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  <p:sldId id="263" r:id="rId9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E825F-1FC6-49CC-84A0-48F4CC3BE62B}" type="datetimeFigureOut">
              <a:rPr lang="en-IL" smtClean="0"/>
              <a:t>20/03/2026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FF8C65-EDDB-480A-BFB2-24868CDA53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82940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F8C65-EDDB-480A-BFB2-24868CDA5374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1632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F8C65-EDDB-480A-BFB2-24868CDA5374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45915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BA4AB-DDC2-86D9-934D-EB8E9C804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401F59-FD8C-3C4F-6174-AACDBA8D5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B99FE-A46A-481E-F14F-7D1E25015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E5A8-7734-4E95-82C0-F838B8E45D2C}" type="datetimeFigureOut">
              <a:rPr lang="en-IL" smtClean="0"/>
              <a:t>19/03/2026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EDF43-F1FF-5F17-D083-D8321130C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7D95B-ACB5-575B-FFD6-E4050EB8E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A4406-0D09-4123-8D87-B15E2308EB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91876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51315-2F49-BF16-26C7-1DC545E1B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5CE1C-7C06-B18F-52A4-1618EC74C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68E9D-0FCA-8F5A-7A5C-5D634BA08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E5A8-7734-4E95-82C0-F838B8E45D2C}" type="datetimeFigureOut">
              <a:rPr lang="en-IL" smtClean="0"/>
              <a:t>19/03/2026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A2395-D3CC-95CA-BE7C-DBAE0059C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30B6C-C0A4-4169-C8CD-9D08CA3E7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A4406-0D09-4123-8D87-B15E2308EB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5032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93977-E638-40EF-BE7E-775DD55D5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AFC1B-EA9C-2ABF-A705-C89814886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ECD4E-DCD6-2012-5314-1F9E161FA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E5A8-7734-4E95-82C0-F838B8E45D2C}" type="datetimeFigureOut">
              <a:rPr lang="en-IL" smtClean="0"/>
              <a:t>19/03/2026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02A39-AD31-48E6-D4E0-5716AFFB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DD08E-6E8F-BB94-4AB4-5414CCE3A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A4406-0D09-4123-8D87-B15E2308EB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0317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B1CD-E676-86AD-F4E1-95836A26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63412-9806-EB8A-5BA0-2DB8A507E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BF7BC-41CB-BAF1-167A-09E7B14D1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AFE95-3DF9-3B8E-B88B-B64682E95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E5A8-7734-4E95-82C0-F838B8E45D2C}" type="datetimeFigureOut">
              <a:rPr lang="en-IL" smtClean="0"/>
              <a:t>19/03/2026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B0747-4C76-69DA-6185-E1BA64B7B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3AD1D-E73C-1396-04DF-B9C33898A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A4406-0D09-4123-8D87-B15E2308EB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49134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D6B3F-236D-7209-3BAD-F03CFD29D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1B81C-97AD-DA98-324C-6BA6DEC1C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51F1A-A6B6-BFD3-6E71-C12FB80D3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3D98C4-D3AA-0032-202E-E532DB6CC3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92B4EA-61E0-3753-C99A-7E8FCAE6EB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89E72A-406B-073D-5882-9330F3C3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E5A8-7734-4E95-82C0-F838B8E45D2C}" type="datetimeFigureOut">
              <a:rPr lang="en-IL" smtClean="0"/>
              <a:t>19/03/2026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87007-48F6-F3E0-28FF-CE80A87ED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F2C465-26D7-4961-0750-AE20CCA8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A4406-0D09-4123-8D87-B15E2308EB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4580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14DC-E551-F710-C631-A13708E33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EEEAD1-F9EF-BF29-AD74-8333CF1F5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E5A8-7734-4E95-82C0-F838B8E45D2C}" type="datetimeFigureOut">
              <a:rPr lang="en-IL" smtClean="0"/>
              <a:t>19/03/2026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CE203-31F2-9B78-46DF-36BCF1D29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AA3A0-F996-A750-E03C-9B31AF99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A4406-0D09-4123-8D87-B15E2308EB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08891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C78A9F-5429-EAD0-6E0B-7D2BDF3DD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E5A8-7734-4E95-82C0-F838B8E45D2C}" type="datetimeFigureOut">
              <a:rPr lang="en-IL" smtClean="0"/>
              <a:t>19/03/2026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D1765C-4473-B8C2-9AB0-8FC5E4EE9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69C90-8C00-9147-A54B-235086CBD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A4406-0D09-4123-8D87-B15E2308EB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4062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4187B-05D4-E258-9F0D-B4DEA2EB3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F52B4-822C-12FB-D190-F105C008A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898AA-E326-61D8-41D1-001117257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099DD-F8B9-68EF-0216-29C0C3EE3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E5A8-7734-4E95-82C0-F838B8E45D2C}" type="datetimeFigureOut">
              <a:rPr lang="en-IL" smtClean="0"/>
              <a:t>19/03/2026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9E683-BFF1-5DA9-8FA6-B05BCF5CA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91A4D-F999-BB5D-E504-EC84C1950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A4406-0D09-4123-8D87-B15E2308EB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40486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59F8D-ECCB-9616-2EAF-7F2D40C0A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52D0C0-48E2-10F4-EAA6-5BD2D3A640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9AA12B-8C42-69E4-B350-0003BEAE4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74087-C44D-7EE8-114F-9AFEB64C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E5A8-7734-4E95-82C0-F838B8E45D2C}" type="datetimeFigureOut">
              <a:rPr lang="en-IL" smtClean="0"/>
              <a:t>19/03/2026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77B96-74FB-5678-1F2C-3D21340D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F3EA7-386B-46D8-3ED7-B5BD4501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A4406-0D09-4123-8D87-B15E2308EB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14167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CCAFA-A0AE-BBD2-F6AF-97E6A4859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236D2C-0621-10C7-9D29-4CFFC40DC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1FFDB-832D-2D02-BAFD-A1A4BF43F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E5A8-7734-4E95-82C0-F838B8E45D2C}" type="datetimeFigureOut">
              <a:rPr lang="en-IL" smtClean="0"/>
              <a:t>19/03/2026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83D5E-53D2-FF45-4AC0-1580F2960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DEE5A-F91B-190B-6C5E-1C356126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A4406-0D09-4123-8D87-B15E2308EB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40806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5CADB-5D56-63D5-B1E4-028A37C119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C5C49C-7530-6E75-9B97-3449302E3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8BDEB-C995-601E-11CE-41754E6DC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E5A8-7734-4E95-82C0-F838B8E45D2C}" type="datetimeFigureOut">
              <a:rPr lang="en-IL" smtClean="0"/>
              <a:t>19/03/2026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FDFB6-A079-42DE-3509-96BFEAE9F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30AB7-0A3B-665F-9E8E-3EDA577B7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A4406-0D09-4123-8D87-B15E2308EB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63562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239CF0-6CE6-2D00-6495-24D03D79F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43046-432C-3EBA-934E-E253FA9D3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DB6CF-550C-D37E-B1ED-69E609F16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B3E5A8-7734-4E95-82C0-F838B8E45D2C}" type="datetimeFigureOut">
              <a:rPr lang="en-IL" smtClean="0"/>
              <a:t>19/03/2026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2FD0A-46E4-B65B-D78B-CB5AA7C127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E7B16-AAC3-5544-06A4-8AEE79900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FA4406-0D09-4123-8D87-B15E2308EB5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4770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292A10-A875-1CD2-7021-51A0D2D5FAB4}"/>
              </a:ext>
            </a:extLst>
          </p:cNvPr>
          <p:cNvSpPr/>
          <p:nvPr/>
        </p:nvSpPr>
        <p:spPr>
          <a:xfrm>
            <a:off x="5259324" y="1448975"/>
            <a:ext cx="1673352" cy="4480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Main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4BE3BF-363D-EE94-D2E3-FED95BCC2162}"/>
              </a:ext>
            </a:extLst>
          </p:cNvPr>
          <p:cNvSpPr/>
          <p:nvPr/>
        </p:nvSpPr>
        <p:spPr>
          <a:xfrm>
            <a:off x="5259324" y="2345087"/>
            <a:ext cx="1673352" cy="4480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Connector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478DB8-7262-7D59-AF67-C5AA1D6DE7E6}"/>
              </a:ext>
            </a:extLst>
          </p:cNvPr>
          <p:cNvSpPr/>
          <p:nvPr/>
        </p:nvSpPr>
        <p:spPr>
          <a:xfrm>
            <a:off x="2802253" y="3816620"/>
            <a:ext cx="1673352" cy="4480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View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7B8083-A064-D253-B8C4-7705E0817CC6}"/>
              </a:ext>
            </a:extLst>
          </p:cNvPr>
          <p:cNvSpPr/>
          <p:nvPr/>
        </p:nvSpPr>
        <p:spPr>
          <a:xfrm>
            <a:off x="7823841" y="3816620"/>
            <a:ext cx="1673352" cy="4480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</a:t>
            </a:r>
            <a:endParaRPr lang="en-IL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7CE684-36A1-0CBB-7DEF-1DC0E91A6525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V="1">
            <a:off x="6096000" y="1897031"/>
            <a:ext cx="0" cy="448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0A57FDA3-2602-B6FC-3938-1E03D71F4BB2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rot="16200000" flipV="1">
            <a:off x="6866521" y="2022623"/>
            <a:ext cx="1023477" cy="256451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262E3D50-1428-C996-2EDC-A5197FAB0736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rot="5400000" flipH="1" flipV="1">
            <a:off x="4355726" y="2076347"/>
            <a:ext cx="1023477" cy="2457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446567C-F962-D468-A450-FA770AFD9B71}"/>
              </a:ext>
            </a:extLst>
          </p:cNvPr>
          <p:cNvSpPr/>
          <p:nvPr/>
        </p:nvSpPr>
        <p:spPr>
          <a:xfrm>
            <a:off x="4731257" y="3829336"/>
            <a:ext cx="2729486" cy="4480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ProbBrainRandomStart</a:t>
            </a:r>
            <a:endParaRPr lang="en-IL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110C861-CF7A-BF43-9E49-420319B0FC8B}"/>
              </a:ext>
            </a:extLst>
          </p:cNvPr>
          <p:cNvCxnSpPr>
            <a:cxnSpLocks/>
            <a:stCxn id="28" idx="0"/>
            <a:endCxn id="5" idx="2"/>
          </p:cNvCxnSpPr>
          <p:nvPr/>
        </p:nvCxnSpPr>
        <p:spPr>
          <a:xfrm flipV="1">
            <a:off x="6096000" y="2793143"/>
            <a:ext cx="0" cy="10361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1C8BC40-2933-3489-871E-12CFDEB5716A}"/>
              </a:ext>
            </a:extLst>
          </p:cNvPr>
          <p:cNvCxnSpPr>
            <a:cxnSpLocks/>
            <a:stCxn id="28" idx="3"/>
            <a:endCxn id="7" idx="1"/>
          </p:cNvCxnSpPr>
          <p:nvPr/>
        </p:nvCxnSpPr>
        <p:spPr>
          <a:xfrm flipV="1">
            <a:off x="7460743" y="4040648"/>
            <a:ext cx="363098" cy="127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CA1208E-3CD7-AAB9-7FB0-82A7DADFDCA3}"/>
              </a:ext>
            </a:extLst>
          </p:cNvPr>
          <p:cNvGrpSpPr/>
          <p:nvPr/>
        </p:nvGrpSpPr>
        <p:grpSpPr>
          <a:xfrm>
            <a:off x="9830562" y="273320"/>
            <a:ext cx="1624584" cy="1581912"/>
            <a:chOff x="521208" y="5029200"/>
            <a:chExt cx="1624584" cy="158191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9AF68A5-FC10-3015-011E-AB30F847D2A2}"/>
                </a:ext>
              </a:extLst>
            </p:cNvPr>
            <p:cNvSpPr/>
            <p:nvPr/>
          </p:nvSpPr>
          <p:spPr>
            <a:xfrm>
              <a:off x="521208" y="5029200"/>
              <a:ext cx="1581912" cy="15819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6EAB5F8-969E-7779-235A-C39E3A9550A4}"/>
                </a:ext>
              </a:extLst>
            </p:cNvPr>
            <p:cNvSpPr txBox="1"/>
            <p:nvPr/>
          </p:nvSpPr>
          <p:spPr>
            <a:xfrm>
              <a:off x="672084" y="5029200"/>
              <a:ext cx="128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Legend</a:t>
              </a:r>
              <a:endParaRPr lang="en-IL" b="1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672EFDA-6633-FE8F-CCBE-6CBA400B8E71}"/>
                </a:ext>
              </a:extLst>
            </p:cNvPr>
            <p:cNvCxnSpPr/>
            <p:nvPr/>
          </p:nvCxnSpPr>
          <p:spPr>
            <a:xfrm flipH="1">
              <a:off x="521208" y="5364956"/>
              <a:ext cx="158191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D0C9897-CD2A-DE8F-0577-BC940E4ECE92}"/>
                </a:ext>
              </a:extLst>
            </p:cNvPr>
            <p:cNvCxnSpPr>
              <a:cxnSpLocks/>
            </p:cNvCxnSpPr>
            <p:nvPr/>
          </p:nvCxnSpPr>
          <p:spPr>
            <a:xfrm>
              <a:off x="672084" y="5534914"/>
              <a:ext cx="3756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74A9E40-8144-B7B8-F4EE-7F1F5FEA0966}"/>
                </a:ext>
              </a:extLst>
            </p:cNvPr>
            <p:cNvCxnSpPr/>
            <p:nvPr/>
          </p:nvCxnSpPr>
          <p:spPr>
            <a:xfrm>
              <a:off x="1216914" y="5364956"/>
              <a:ext cx="0" cy="124615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2B8F72F-88C4-7AB0-02C1-58B666C74338}"/>
                </a:ext>
              </a:extLst>
            </p:cNvPr>
            <p:cNvSpPr txBox="1"/>
            <p:nvPr/>
          </p:nvSpPr>
          <p:spPr>
            <a:xfrm>
              <a:off x="1179004" y="5404109"/>
              <a:ext cx="9667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Dependence</a:t>
              </a:r>
              <a:endParaRPr lang="en-IL" sz="105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7BF5B20-BA81-8FE9-BDBB-34725402A437}"/>
                </a:ext>
              </a:extLst>
            </p:cNvPr>
            <p:cNvSpPr txBox="1"/>
            <p:nvPr/>
          </p:nvSpPr>
          <p:spPr>
            <a:xfrm>
              <a:off x="1179004" y="5700713"/>
              <a:ext cx="9667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Inheritance</a:t>
              </a:r>
              <a:endParaRPr lang="en-IL" sz="1050" dirty="0"/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722D4E0A-E734-E575-428F-2C147651C951}"/>
                </a:ext>
              </a:extLst>
            </p:cNvPr>
            <p:cNvCxnSpPr>
              <a:cxnSpLocks/>
            </p:cNvCxnSpPr>
            <p:nvPr/>
          </p:nvCxnSpPr>
          <p:spPr>
            <a:xfrm>
              <a:off x="672084" y="5831518"/>
              <a:ext cx="375666" cy="0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7FAD397-01E7-E879-5F86-22889CC6A4DF}"/>
                </a:ext>
              </a:extLst>
            </p:cNvPr>
            <p:cNvCxnSpPr>
              <a:cxnSpLocks/>
            </p:cNvCxnSpPr>
            <p:nvPr/>
          </p:nvCxnSpPr>
          <p:spPr>
            <a:xfrm>
              <a:off x="672084" y="6143625"/>
              <a:ext cx="36195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C19D4D3-A56F-D50E-8428-9FFFB60FD663}"/>
                </a:ext>
              </a:extLst>
            </p:cNvPr>
            <p:cNvSpPr txBox="1"/>
            <p:nvPr/>
          </p:nvSpPr>
          <p:spPr>
            <a:xfrm>
              <a:off x="1179004" y="6012820"/>
              <a:ext cx="9667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Connection</a:t>
              </a:r>
              <a:endParaRPr lang="en-IL" sz="1050" dirty="0"/>
            </a:p>
          </p:txBody>
        </p:sp>
      </p:grp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83D742F-B58E-2ADC-512A-CC4B0B464FE5}"/>
              </a:ext>
            </a:extLst>
          </p:cNvPr>
          <p:cNvSpPr/>
          <p:nvPr/>
        </p:nvSpPr>
        <p:spPr>
          <a:xfrm>
            <a:off x="5259324" y="616220"/>
            <a:ext cx="1673352" cy="4480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Values</a:t>
            </a:r>
            <a:endParaRPr lang="en-IL" dirty="0">
              <a:solidFill>
                <a:schemeClr val="tx1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414F64B-0A67-4E54-F0C9-388965A9227E}"/>
              </a:ext>
            </a:extLst>
          </p:cNvPr>
          <p:cNvCxnSpPr>
            <a:cxnSpLocks/>
            <a:stCxn id="4" idx="0"/>
            <a:endCxn id="56" idx="2"/>
          </p:cNvCxnSpPr>
          <p:nvPr/>
        </p:nvCxnSpPr>
        <p:spPr>
          <a:xfrm flipV="1">
            <a:off x="6096000" y="1064276"/>
            <a:ext cx="0" cy="3846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8C8CD87A-D2A5-86AB-4196-34BC74B6D435}"/>
              </a:ext>
            </a:extLst>
          </p:cNvPr>
          <p:cNvCxnSpPr>
            <a:cxnSpLocks/>
            <a:stCxn id="62" idx="4"/>
            <a:endCxn id="4" idx="1"/>
          </p:cNvCxnSpPr>
          <p:nvPr/>
        </p:nvCxnSpPr>
        <p:spPr>
          <a:xfrm rot="16200000" flipH="1">
            <a:off x="4247825" y="661503"/>
            <a:ext cx="832755" cy="11902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CCBD2D05-1408-D832-5832-16724F1F95CA}"/>
              </a:ext>
            </a:extLst>
          </p:cNvPr>
          <p:cNvSpPr/>
          <p:nvPr/>
        </p:nvSpPr>
        <p:spPr>
          <a:xfrm>
            <a:off x="3538728" y="236744"/>
            <a:ext cx="1060704" cy="60350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Starting point</a:t>
            </a:r>
            <a:endParaRPr lang="en-IL" sz="1400" b="1" dirty="0">
              <a:solidFill>
                <a:srgbClr val="FF0000"/>
              </a:solidFill>
            </a:endParaRP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4780E238-20E4-1989-E975-966F9120FD1B}"/>
              </a:ext>
            </a:extLst>
          </p:cNvPr>
          <p:cNvSpPr/>
          <p:nvPr/>
        </p:nvSpPr>
        <p:spPr>
          <a:xfrm>
            <a:off x="6613402" y="5534914"/>
            <a:ext cx="2729486" cy="4480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ProbBrainCenterStart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3D5A94C9-5E09-C1A0-19FF-3AD3D67E3404}"/>
              </a:ext>
            </a:extLst>
          </p:cNvPr>
          <p:cNvSpPr/>
          <p:nvPr/>
        </p:nvSpPr>
        <p:spPr>
          <a:xfrm>
            <a:off x="2849112" y="5539978"/>
            <a:ext cx="2729486" cy="4480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ProbBrainCornerStart</a:t>
            </a:r>
            <a:endParaRPr lang="en-IL" dirty="0">
              <a:solidFill>
                <a:schemeClr val="tx1"/>
              </a:solidFill>
            </a:endParaRP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FA040772-C7D2-6E97-DE59-11EE3D97B94F}"/>
              </a:ext>
            </a:extLst>
          </p:cNvPr>
          <p:cNvCxnSpPr>
            <a:cxnSpLocks/>
            <a:stCxn id="73" idx="0"/>
            <a:endCxn id="28" idx="2"/>
          </p:cNvCxnSpPr>
          <p:nvPr/>
        </p:nvCxnSpPr>
        <p:spPr>
          <a:xfrm rot="16200000" flipV="1">
            <a:off x="6408312" y="3965080"/>
            <a:ext cx="1257522" cy="1882145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61D2DA1F-6D39-8279-AD3D-33E36ECCBB19}"/>
              </a:ext>
            </a:extLst>
          </p:cNvPr>
          <p:cNvCxnSpPr>
            <a:cxnSpLocks/>
            <a:stCxn id="78" idx="0"/>
            <a:endCxn id="28" idx="2"/>
          </p:cNvCxnSpPr>
          <p:nvPr/>
        </p:nvCxnSpPr>
        <p:spPr>
          <a:xfrm rot="5400000" flipH="1" flipV="1">
            <a:off x="4523634" y="3967613"/>
            <a:ext cx="1262586" cy="1882145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A2275BDC-09B2-B67D-15BE-D477500B1D0F}"/>
              </a:ext>
            </a:extLst>
          </p:cNvPr>
          <p:cNvSpPr/>
          <p:nvPr/>
        </p:nvSpPr>
        <p:spPr>
          <a:xfrm>
            <a:off x="736854" y="721811"/>
            <a:ext cx="1912620" cy="4480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BoardGenerator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5026CF54-DBFE-4290-15DC-751726B0CD83}"/>
              </a:ext>
            </a:extLst>
          </p:cNvPr>
          <p:cNvSpPr/>
          <p:nvPr/>
        </p:nvSpPr>
        <p:spPr>
          <a:xfrm>
            <a:off x="630932" y="3816620"/>
            <a:ext cx="1912620" cy="4480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</a:t>
            </a:r>
            <a:endParaRPr lang="en-IL" dirty="0">
              <a:solidFill>
                <a:schemeClr val="tx1"/>
              </a:solidFill>
            </a:endParaRPr>
          </a:p>
        </p:txBody>
      </p: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8C4BA186-3B6F-3158-D12E-A6DC70FC35C8}"/>
              </a:ext>
            </a:extLst>
          </p:cNvPr>
          <p:cNvCxnSpPr>
            <a:cxnSpLocks/>
            <a:stCxn id="90" idx="0"/>
            <a:endCxn id="5" idx="1"/>
          </p:cNvCxnSpPr>
          <p:nvPr/>
        </p:nvCxnSpPr>
        <p:spPr>
          <a:xfrm rot="5400000" flipH="1" flipV="1">
            <a:off x="2799531" y="1356827"/>
            <a:ext cx="1247505" cy="3672082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793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CB2D89-017E-33E4-00C5-ECE34784C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039"/>
            <a:ext cx="12192000" cy="675992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88CBA4-75D6-ABDE-103A-00F3C519A446}"/>
              </a:ext>
            </a:extLst>
          </p:cNvPr>
          <p:cNvCxnSpPr/>
          <p:nvPr/>
        </p:nvCxnSpPr>
        <p:spPr>
          <a:xfrm>
            <a:off x="8513064" y="777240"/>
            <a:ext cx="0" cy="4014216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86F9B2-4B2E-8D62-1D8A-056FCFC369D0}"/>
              </a:ext>
            </a:extLst>
          </p:cNvPr>
          <p:cNvCxnSpPr>
            <a:cxnSpLocks/>
          </p:cNvCxnSpPr>
          <p:nvPr/>
        </p:nvCxnSpPr>
        <p:spPr>
          <a:xfrm>
            <a:off x="9726168" y="777240"/>
            <a:ext cx="0" cy="4742417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12534FF-66E0-952A-37FE-F51F690DE4EE}"/>
              </a:ext>
            </a:extLst>
          </p:cNvPr>
          <p:cNvCxnSpPr>
            <a:cxnSpLocks/>
          </p:cNvCxnSpPr>
          <p:nvPr/>
        </p:nvCxnSpPr>
        <p:spPr>
          <a:xfrm>
            <a:off x="1179576" y="5519657"/>
            <a:ext cx="8546592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3A1FB28-C4F3-AA00-7DD1-30DB1806BA33}"/>
              </a:ext>
            </a:extLst>
          </p:cNvPr>
          <p:cNvCxnSpPr>
            <a:cxnSpLocks/>
          </p:cNvCxnSpPr>
          <p:nvPr/>
        </p:nvCxnSpPr>
        <p:spPr>
          <a:xfrm>
            <a:off x="1179575" y="4791456"/>
            <a:ext cx="0" cy="728201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8BAC8E4-C4F2-345D-8E1B-9CEF38A7CFEF}"/>
              </a:ext>
            </a:extLst>
          </p:cNvPr>
          <p:cNvCxnSpPr>
            <a:cxnSpLocks/>
          </p:cNvCxnSpPr>
          <p:nvPr/>
        </p:nvCxnSpPr>
        <p:spPr>
          <a:xfrm>
            <a:off x="73152" y="4791456"/>
            <a:ext cx="1106423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3B1E16-E270-CA27-2FC1-9D65824BCF17}"/>
              </a:ext>
            </a:extLst>
          </p:cNvPr>
          <p:cNvCxnSpPr>
            <a:cxnSpLocks/>
          </p:cNvCxnSpPr>
          <p:nvPr/>
        </p:nvCxnSpPr>
        <p:spPr>
          <a:xfrm flipV="1">
            <a:off x="73152" y="4142232"/>
            <a:ext cx="0" cy="649224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B6692FD-E621-F76D-A05D-1C991CE03E67}"/>
              </a:ext>
            </a:extLst>
          </p:cNvPr>
          <p:cNvCxnSpPr>
            <a:cxnSpLocks/>
          </p:cNvCxnSpPr>
          <p:nvPr/>
        </p:nvCxnSpPr>
        <p:spPr>
          <a:xfrm flipH="1">
            <a:off x="73152" y="4142232"/>
            <a:ext cx="2263138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4BD0968-3292-9347-83AB-E74526310B42}"/>
              </a:ext>
            </a:extLst>
          </p:cNvPr>
          <p:cNvCxnSpPr>
            <a:cxnSpLocks/>
          </p:cNvCxnSpPr>
          <p:nvPr/>
        </p:nvCxnSpPr>
        <p:spPr>
          <a:xfrm flipV="1">
            <a:off x="2336290" y="4142232"/>
            <a:ext cx="0" cy="649224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EED52A2-05A1-E809-0EED-AB32416B0155}"/>
              </a:ext>
            </a:extLst>
          </p:cNvPr>
          <p:cNvCxnSpPr>
            <a:cxnSpLocks/>
          </p:cNvCxnSpPr>
          <p:nvPr/>
        </p:nvCxnSpPr>
        <p:spPr>
          <a:xfrm flipH="1">
            <a:off x="2336290" y="4791456"/>
            <a:ext cx="6176774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74DA454-264B-37D6-6B03-849A52DB2F43}"/>
              </a:ext>
            </a:extLst>
          </p:cNvPr>
          <p:cNvCxnSpPr>
            <a:cxnSpLocks/>
          </p:cNvCxnSpPr>
          <p:nvPr/>
        </p:nvCxnSpPr>
        <p:spPr>
          <a:xfrm flipH="1">
            <a:off x="4791456" y="777240"/>
            <a:ext cx="3721608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8B0852D-C8B5-E7BE-27AD-320895DFE8F6}"/>
              </a:ext>
            </a:extLst>
          </p:cNvPr>
          <p:cNvCxnSpPr>
            <a:cxnSpLocks/>
          </p:cNvCxnSpPr>
          <p:nvPr/>
        </p:nvCxnSpPr>
        <p:spPr>
          <a:xfrm flipH="1">
            <a:off x="9726167" y="49039"/>
            <a:ext cx="1" cy="801353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00A7C1F-0521-1AC0-051C-E7A965CEEA40}"/>
              </a:ext>
            </a:extLst>
          </p:cNvPr>
          <p:cNvCxnSpPr>
            <a:cxnSpLocks/>
          </p:cNvCxnSpPr>
          <p:nvPr/>
        </p:nvCxnSpPr>
        <p:spPr>
          <a:xfrm flipH="1">
            <a:off x="3678937" y="49039"/>
            <a:ext cx="6047229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2FDC11B-87E4-53C6-37DC-01E90E877E59}"/>
              </a:ext>
            </a:extLst>
          </p:cNvPr>
          <p:cNvCxnSpPr>
            <a:cxnSpLocks/>
          </p:cNvCxnSpPr>
          <p:nvPr/>
        </p:nvCxnSpPr>
        <p:spPr>
          <a:xfrm flipV="1">
            <a:off x="3678937" y="49039"/>
            <a:ext cx="0" cy="1377425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3E928F7-07A3-8AEB-DCED-D6EA524D2ACC}"/>
              </a:ext>
            </a:extLst>
          </p:cNvPr>
          <p:cNvCxnSpPr>
            <a:cxnSpLocks/>
          </p:cNvCxnSpPr>
          <p:nvPr/>
        </p:nvCxnSpPr>
        <p:spPr>
          <a:xfrm flipV="1">
            <a:off x="4791456" y="777240"/>
            <a:ext cx="0" cy="1289304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6B858DE-7C35-7601-B98A-239DC881DD67}"/>
              </a:ext>
            </a:extLst>
          </p:cNvPr>
          <p:cNvCxnSpPr>
            <a:cxnSpLocks/>
          </p:cNvCxnSpPr>
          <p:nvPr/>
        </p:nvCxnSpPr>
        <p:spPr>
          <a:xfrm flipH="1">
            <a:off x="36576" y="1421892"/>
            <a:ext cx="3642361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F070EFC-8C6D-7A9A-272A-D07F560E6529}"/>
              </a:ext>
            </a:extLst>
          </p:cNvPr>
          <p:cNvCxnSpPr>
            <a:cxnSpLocks/>
          </p:cNvCxnSpPr>
          <p:nvPr/>
        </p:nvCxnSpPr>
        <p:spPr>
          <a:xfrm flipH="1">
            <a:off x="0" y="2066544"/>
            <a:ext cx="4791456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81EE03B-B6E8-67FC-AF13-DF391F3FEA17}"/>
              </a:ext>
            </a:extLst>
          </p:cNvPr>
          <p:cNvCxnSpPr>
            <a:cxnSpLocks/>
          </p:cNvCxnSpPr>
          <p:nvPr/>
        </p:nvCxnSpPr>
        <p:spPr>
          <a:xfrm flipV="1">
            <a:off x="36576" y="1421892"/>
            <a:ext cx="0" cy="653795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2089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ADD247-7BD4-A2B2-D292-B5D2E8794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90"/>
            <a:ext cx="12192000" cy="683861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C0074C6-5C40-BFF1-F8F6-158B20E0AA0E}"/>
              </a:ext>
            </a:extLst>
          </p:cNvPr>
          <p:cNvGrpSpPr/>
          <p:nvPr/>
        </p:nvGrpSpPr>
        <p:grpSpPr>
          <a:xfrm>
            <a:off x="6450869" y="3561556"/>
            <a:ext cx="481013" cy="435769"/>
            <a:chOff x="6425469" y="3574256"/>
            <a:chExt cx="481013" cy="435769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9C0384A-301A-2142-1FEF-E6EC8224C61C}"/>
                </a:ext>
              </a:extLst>
            </p:cNvPr>
            <p:cNvCxnSpPr>
              <a:cxnSpLocks/>
            </p:cNvCxnSpPr>
            <p:nvPr/>
          </p:nvCxnSpPr>
          <p:spPr>
            <a:xfrm>
              <a:off x="6665976" y="3574256"/>
              <a:ext cx="0" cy="43576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6255521-C032-E0C3-D0DD-64302A7904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5469" y="3788568"/>
              <a:ext cx="48101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20E3AF9-2D5D-9588-CAE6-20064F9EFC44}"/>
              </a:ext>
            </a:extLst>
          </p:cNvPr>
          <p:cNvCxnSpPr>
            <a:cxnSpLocks/>
          </p:cNvCxnSpPr>
          <p:nvPr/>
        </p:nvCxnSpPr>
        <p:spPr>
          <a:xfrm flipH="1">
            <a:off x="4902200" y="2751582"/>
            <a:ext cx="3587750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F3D4CBB-C8AE-DDFC-F9B7-9E2DAE140D43}"/>
              </a:ext>
            </a:extLst>
          </p:cNvPr>
          <p:cNvCxnSpPr>
            <a:cxnSpLocks/>
          </p:cNvCxnSpPr>
          <p:nvPr/>
        </p:nvCxnSpPr>
        <p:spPr>
          <a:xfrm flipH="1">
            <a:off x="4897501" y="4777232"/>
            <a:ext cx="3587750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DCE48D8-BF6D-E842-7B41-F8458D544012}"/>
              </a:ext>
            </a:extLst>
          </p:cNvPr>
          <p:cNvCxnSpPr>
            <a:cxnSpLocks/>
          </p:cNvCxnSpPr>
          <p:nvPr/>
        </p:nvCxnSpPr>
        <p:spPr>
          <a:xfrm flipV="1">
            <a:off x="4897501" y="2751582"/>
            <a:ext cx="0" cy="202565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14A4090-C1AE-1A39-F0EB-624C613F71CE}"/>
              </a:ext>
            </a:extLst>
          </p:cNvPr>
          <p:cNvCxnSpPr>
            <a:cxnSpLocks/>
          </p:cNvCxnSpPr>
          <p:nvPr/>
        </p:nvCxnSpPr>
        <p:spPr>
          <a:xfrm flipV="1">
            <a:off x="8493252" y="2763043"/>
            <a:ext cx="0" cy="202565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67F7A73-F826-6B9E-BE25-E12BFE48F002}"/>
              </a:ext>
            </a:extLst>
          </p:cNvPr>
          <p:cNvCxnSpPr>
            <a:cxnSpLocks/>
          </p:cNvCxnSpPr>
          <p:nvPr/>
        </p:nvCxnSpPr>
        <p:spPr>
          <a:xfrm flipV="1">
            <a:off x="6096000" y="3429000"/>
            <a:ext cx="0" cy="69215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C719730-87E9-E341-01E0-B9553CD7893F}"/>
              </a:ext>
            </a:extLst>
          </p:cNvPr>
          <p:cNvCxnSpPr>
            <a:cxnSpLocks/>
          </p:cNvCxnSpPr>
          <p:nvPr/>
        </p:nvCxnSpPr>
        <p:spPr>
          <a:xfrm flipV="1">
            <a:off x="7291451" y="3429000"/>
            <a:ext cx="0" cy="69215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A344B79-6843-16A1-0E51-2CAADA7AB7E0}"/>
              </a:ext>
            </a:extLst>
          </p:cNvPr>
          <p:cNvCxnSpPr>
            <a:cxnSpLocks/>
          </p:cNvCxnSpPr>
          <p:nvPr/>
        </p:nvCxnSpPr>
        <p:spPr>
          <a:xfrm flipH="1">
            <a:off x="6096000" y="3429000"/>
            <a:ext cx="1195451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C95E86B-9F5F-771A-535A-500F47D88815}"/>
              </a:ext>
            </a:extLst>
          </p:cNvPr>
          <p:cNvCxnSpPr>
            <a:cxnSpLocks/>
          </p:cNvCxnSpPr>
          <p:nvPr/>
        </p:nvCxnSpPr>
        <p:spPr>
          <a:xfrm flipH="1">
            <a:off x="6093650" y="4108450"/>
            <a:ext cx="1195451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383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FA546A-DA1B-31B8-5E97-02F38D6DC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32"/>
            <a:ext cx="12192000" cy="681053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52911C-F79E-82EE-6E51-AACA24F6EDFD}"/>
              </a:ext>
            </a:extLst>
          </p:cNvPr>
          <p:cNvCxnSpPr>
            <a:cxnSpLocks/>
          </p:cNvCxnSpPr>
          <p:nvPr/>
        </p:nvCxnSpPr>
        <p:spPr>
          <a:xfrm flipV="1">
            <a:off x="6155500" y="3450590"/>
            <a:ext cx="0" cy="69215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1940CCF-3586-5C24-2CAC-FEF659DFCD27}"/>
              </a:ext>
            </a:extLst>
          </p:cNvPr>
          <p:cNvCxnSpPr>
            <a:cxnSpLocks/>
          </p:cNvCxnSpPr>
          <p:nvPr/>
        </p:nvCxnSpPr>
        <p:spPr>
          <a:xfrm flipV="1">
            <a:off x="7293801" y="3437890"/>
            <a:ext cx="0" cy="1362709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E6B37E-69ED-CCBC-2065-3541E680B129}"/>
              </a:ext>
            </a:extLst>
          </p:cNvPr>
          <p:cNvCxnSpPr>
            <a:cxnSpLocks/>
          </p:cNvCxnSpPr>
          <p:nvPr/>
        </p:nvCxnSpPr>
        <p:spPr>
          <a:xfrm flipH="1">
            <a:off x="6155500" y="3437890"/>
            <a:ext cx="1138301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58163D-1A33-95BC-4CAC-8313BF6F3328}"/>
              </a:ext>
            </a:extLst>
          </p:cNvPr>
          <p:cNvCxnSpPr>
            <a:cxnSpLocks/>
          </p:cNvCxnSpPr>
          <p:nvPr/>
        </p:nvCxnSpPr>
        <p:spPr>
          <a:xfrm flipH="1">
            <a:off x="4895849" y="4800599"/>
            <a:ext cx="2395602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995AF5-ED38-27B9-60F5-6C888183BBAD}"/>
              </a:ext>
            </a:extLst>
          </p:cNvPr>
          <p:cNvGrpSpPr/>
          <p:nvPr/>
        </p:nvGrpSpPr>
        <p:grpSpPr>
          <a:xfrm>
            <a:off x="7370762" y="2758440"/>
            <a:ext cx="1197801" cy="692150"/>
            <a:chOff x="7370762" y="2758440"/>
            <a:chExt cx="1197801" cy="69215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2BE1182-0271-7893-765B-5392AA2B24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73112" y="2758440"/>
              <a:ext cx="0" cy="692150"/>
            </a:xfrm>
            <a:prstGeom prst="line">
              <a:avLst/>
            </a:prstGeom>
            <a:ln w="7620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E00314E-862C-12FA-BCDE-9F0E898576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8563" y="2758440"/>
              <a:ext cx="0" cy="692150"/>
            </a:xfrm>
            <a:prstGeom prst="line">
              <a:avLst/>
            </a:prstGeom>
            <a:ln w="7620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3C2A346-812F-7A74-6CB4-75838E40E1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3112" y="2758440"/>
              <a:ext cx="1195451" cy="0"/>
            </a:xfrm>
            <a:prstGeom prst="line">
              <a:avLst/>
            </a:prstGeom>
            <a:ln w="7620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5048FA9-41B9-451B-F275-D4B9AC22E3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0762" y="3437890"/>
              <a:ext cx="1195451" cy="0"/>
            </a:xfrm>
            <a:prstGeom prst="line">
              <a:avLst/>
            </a:prstGeom>
            <a:ln w="7620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7CB9FED-1402-6EA1-4EE7-4607D5E1121E}"/>
              </a:ext>
            </a:extLst>
          </p:cNvPr>
          <p:cNvGrpSpPr/>
          <p:nvPr/>
        </p:nvGrpSpPr>
        <p:grpSpPr>
          <a:xfrm>
            <a:off x="11085576" y="5488686"/>
            <a:ext cx="1118553" cy="704850"/>
            <a:chOff x="6093650" y="3416300"/>
            <a:chExt cx="1118553" cy="70485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FA9E700-071E-2898-7E82-7A5BBFF58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429000"/>
              <a:ext cx="0" cy="692150"/>
            </a:xfrm>
            <a:prstGeom prst="line">
              <a:avLst/>
            </a:prstGeom>
            <a:ln w="7620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04DE9D3-60F1-7B75-3C5B-4D5B35749D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2203" y="3416300"/>
              <a:ext cx="0" cy="692150"/>
            </a:xfrm>
            <a:prstGeom prst="line">
              <a:avLst/>
            </a:prstGeom>
            <a:ln w="7620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FBFFC2-B566-0967-C055-B2206C3AE3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429000"/>
              <a:ext cx="1116203" cy="0"/>
            </a:xfrm>
            <a:prstGeom prst="line">
              <a:avLst/>
            </a:prstGeom>
            <a:ln w="7620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4439639-6A44-D634-86FA-CFD189E9B3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3650" y="4108450"/>
              <a:ext cx="1118553" cy="0"/>
            </a:xfrm>
            <a:prstGeom prst="line">
              <a:avLst/>
            </a:prstGeom>
            <a:ln w="7620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7782FE0-A691-473C-F0B1-1CB8CB491552}"/>
              </a:ext>
            </a:extLst>
          </p:cNvPr>
          <p:cNvGrpSpPr/>
          <p:nvPr/>
        </p:nvGrpSpPr>
        <p:grpSpPr>
          <a:xfrm>
            <a:off x="4898199" y="5501386"/>
            <a:ext cx="1156467" cy="692150"/>
            <a:chOff x="6093650" y="3429000"/>
            <a:chExt cx="1156467" cy="69215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750E98E-1546-58C3-8A73-4D3AB78807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429000"/>
              <a:ext cx="0" cy="692150"/>
            </a:xfrm>
            <a:prstGeom prst="line">
              <a:avLst/>
            </a:prstGeom>
            <a:ln w="7620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23B2BDA-899B-1641-4D04-AB8529E597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50117" y="3429000"/>
              <a:ext cx="0" cy="692150"/>
            </a:xfrm>
            <a:prstGeom prst="line">
              <a:avLst/>
            </a:prstGeom>
            <a:ln w="7620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C90A1E4-B65A-AB18-F5B9-4043930313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429000"/>
              <a:ext cx="1154117" cy="0"/>
            </a:xfrm>
            <a:prstGeom prst="line">
              <a:avLst/>
            </a:prstGeom>
            <a:ln w="7620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B5A9934-E6F8-B061-F254-5A7D81477D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3650" y="4108450"/>
              <a:ext cx="1156467" cy="0"/>
            </a:xfrm>
            <a:prstGeom prst="line">
              <a:avLst/>
            </a:prstGeom>
            <a:ln w="7620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9E02397-1C31-9A64-86B1-551DE06FE9D1}"/>
              </a:ext>
            </a:extLst>
          </p:cNvPr>
          <p:cNvGrpSpPr/>
          <p:nvPr/>
        </p:nvGrpSpPr>
        <p:grpSpPr>
          <a:xfrm>
            <a:off x="4895849" y="664463"/>
            <a:ext cx="1130047" cy="692150"/>
            <a:chOff x="6093650" y="3429000"/>
            <a:chExt cx="1197801" cy="69215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17E6B8A-74DA-A924-6F46-4052698AB4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429000"/>
              <a:ext cx="0" cy="692150"/>
            </a:xfrm>
            <a:prstGeom prst="line">
              <a:avLst/>
            </a:prstGeom>
            <a:ln w="7620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83BE8DC-418D-DC35-D923-E71BE7A46E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1451" y="3429000"/>
              <a:ext cx="0" cy="692150"/>
            </a:xfrm>
            <a:prstGeom prst="line">
              <a:avLst/>
            </a:prstGeom>
            <a:ln w="7620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7F0FAE9-BC07-23AC-6F50-100704BAC8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429000"/>
              <a:ext cx="1195451" cy="0"/>
            </a:xfrm>
            <a:prstGeom prst="line">
              <a:avLst/>
            </a:prstGeom>
            <a:ln w="7620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C060AE7-0A85-20BE-D945-9AE5058A1E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3650" y="4108450"/>
              <a:ext cx="1195451" cy="0"/>
            </a:xfrm>
            <a:prstGeom prst="line">
              <a:avLst/>
            </a:prstGeom>
            <a:ln w="7620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BD0403D-F66E-2719-0F71-2E0332243FA8}"/>
              </a:ext>
            </a:extLst>
          </p:cNvPr>
          <p:cNvCxnSpPr>
            <a:cxnSpLocks/>
          </p:cNvCxnSpPr>
          <p:nvPr/>
        </p:nvCxnSpPr>
        <p:spPr>
          <a:xfrm flipH="1" flipV="1">
            <a:off x="7403463" y="625475"/>
            <a:ext cx="2217" cy="759261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02E3F22-260D-EC4C-70C0-D131649CF491}"/>
              </a:ext>
            </a:extLst>
          </p:cNvPr>
          <p:cNvCxnSpPr>
            <a:cxnSpLocks/>
          </p:cNvCxnSpPr>
          <p:nvPr/>
        </p:nvCxnSpPr>
        <p:spPr>
          <a:xfrm flipV="1">
            <a:off x="8533510" y="23732"/>
            <a:ext cx="0" cy="1361004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7E0D8F6-AEA5-FA31-3DDE-6A87AE0F996E}"/>
              </a:ext>
            </a:extLst>
          </p:cNvPr>
          <p:cNvCxnSpPr>
            <a:cxnSpLocks/>
          </p:cNvCxnSpPr>
          <p:nvPr/>
        </p:nvCxnSpPr>
        <p:spPr>
          <a:xfrm flipH="1">
            <a:off x="7403463" y="1372036"/>
            <a:ext cx="1127830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C02A2BC-E09E-6457-3BED-1B7077C3EFB1}"/>
              </a:ext>
            </a:extLst>
          </p:cNvPr>
          <p:cNvCxnSpPr>
            <a:cxnSpLocks/>
          </p:cNvCxnSpPr>
          <p:nvPr/>
        </p:nvCxnSpPr>
        <p:spPr>
          <a:xfrm flipH="1">
            <a:off x="6188075" y="664463"/>
            <a:ext cx="1182687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150D2B2-9D57-3206-8133-D80D724A2304}"/>
              </a:ext>
            </a:extLst>
          </p:cNvPr>
          <p:cNvCxnSpPr>
            <a:cxnSpLocks/>
          </p:cNvCxnSpPr>
          <p:nvPr/>
        </p:nvCxnSpPr>
        <p:spPr>
          <a:xfrm flipH="1" flipV="1">
            <a:off x="6164996" y="23732"/>
            <a:ext cx="1109" cy="680502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7695E66-ACA5-8FA7-C1C2-5641198EB074}"/>
              </a:ext>
            </a:extLst>
          </p:cNvPr>
          <p:cNvCxnSpPr>
            <a:cxnSpLocks/>
          </p:cNvCxnSpPr>
          <p:nvPr/>
        </p:nvCxnSpPr>
        <p:spPr>
          <a:xfrm flipH="1">
            <a:off x="6163621" y="6786"/>
            <a:ext cx="2367672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93082A3-C35E-B677-A186-4D516C238031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8643173" y="3429000"/>
            <a:ext cx="3548827" cy="889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5299D85-023A-F72D-CD5B-085982F7740F}"/>
              </a:ext>
            </a:extLst>
          </p:cNvPr>
          <p:cNvCxnSpPr>
            <a:cxnSpLocks/>
          </p:cNvCxnSpPr>
          <p:nvPr/>
        </p:nvCxnSpPr>
        <p:spPr>
          <a:xfrm flipH="1">
            <a:off x="9750425" y="4108449"/>
            <a:ext cx="2441574" cy="889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F60BD24-C22A-68A5-2AA1-47DE8ED57D7E}"/>
              </a:ext>
            </a:extLst>
          </p:cNvPr>
          <p:cNvCxnSpPr>
            <a:cxnSpLocks/>
          </p:cNvCxnSpPr>
          <p:nvPr/>
        </p:nvCxnSpPr>
        <p:spPr>
          <a:xfrm flipV="1">
            <a:off x="9762363" y="4108449"/>
            <a:ext cx="0" cy="69215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AAF80CD-0779-9D2A-0295-AD305EF2F354}"/>
              </a:ext>
            </a:extLst>
          </p:cNvPr>
          <p:cNvCxnSpPr>
            <a:cxnSpLocks/>
          </p:cNvCxnSpPr>
          <p:nvPr/>
        </p:nvCxnSpPr>
        <p:spPr>
          <a:xfrm flipH="1">
            <a:off x="8643173" y="4800599"/>
            <a:ext cx="1119190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8396D31-02AD-4DE2-B7DF-05CE06740A94}"/>
              </a:ext>
            </a:extLst>
          </p:cNvPr>
          <p:cNvCxnSpPr>
            <a:cxnSpLocks/>
          </p:cNvCxnSpPr>
          <p:nvPr/>
        </p:nvCxnSpPr>
        <p:spPr>
          <a:xfrm flipV="1">
            <a:off x="8643173" y="3450590"/>
            <a:ext cx="0" cy="1358899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967CA9F-13D9-05F3-8A43-6BB9D68AA804}"/>
              </a:ext>
            </a:extLst>
          </p:cNvPr>
          <p:cNvCxnSpPr>
            <a:cxnSpLocks/>
          </p:cNvCxnSpPr>
          <p:nvPr/>
        </p:nvCxnSpPr>
        <p:spPr>
          <a:xfrm flipV="1">
            <a:off x="12204129" y="3428999"/>
            <a:ext cx="0" cy="67945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B45050F-4B77-A027-E9D9-26C0A7A5A12C}"/>
              </a:ext>
            </a:extLst>
          </p:cNvPr>
          <p:cNvCxnSpPr>
            <a:cxnSpLocks/>
          </p:cNvCxnSpPr>
          <p:nvPr/>
        </p:nvCxnSpPr>
        <p:spPr>
          <a:xfrm flipH="1">
            <a:off x="10995850" y="2065019"/>
            <a:ext cx="1196149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94E5AB0-09BD-8C55-454E-24BE8F83699D}"/>
              </a:ext>
            </a:extLst>
          </p:cNvPr>
          <p:cNvCxnSpPr>
            <a:cxnSpLocks/>
          </p:cNvCxnSpPr>
          <p:nvPr/>
        </p:nvCxnSpPr>
        <p:spPr>
          <a:xfrm flipH="1">
            <a:off x="9857991" y="2734309"/>
            <a:ext cx="1119190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724E779-C57C-50E5-00D2-7200B6319D81}"/>
              </a:ext>
            </a:extLst>
          </p:cNvPr>
          <p:cNvCxnSpPr>
            <a:cxnSpLocks/>
          </p:cNvCxnSpPr>
          <p:nvPr/>
        </p:nvCxnSpPr>
        <p:spPr>
          <a:xfrm flipV="1">
            <a:off x="10995850" y="2066290"/>
            <a:ext cx="0" cy="69215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167A1A8-503F-6F1C-15BE-E0615E8BEE62}"/>
              </a:ext>
            </a:extLst>
          </p:cNvPr>
          <p:cNvCxnSpPr>
            <a:cxnSpLocks/>
          </p:cNvCxnSpPr>
          <p:nvPr/>
        </p:nvCxnSpPr>
        <p:spPr>
          <a:xfrm flipV="1">
            <a:off x="9881425" y="1384736"/>
            <a:ext cx="0" cy="1349573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BFC3C34-5133-1044-0BAD-F68C3E561CFF}"/>
              </a:ext>
            </a:extLst>
          </p:cNvPr>
          <p:cNvCxnSpPr>
            <a:cxnSpLocks/>
          </p:cNvCxnSpPr>
          <p:nvPr/>
        </p:nvCxnSpPr>
        <p:spPr>
          <a:xfrm flipH="1">
            <a:off x="9881425" y="1384736"/>
            <a:ext cx="2310574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2024AC1-F694-A7AC-52E4-F02BDF6923BB}"/>
              </a:ext>
            </a:extLst>
          </p:cNvPr>
          <p:cNvCxnSpPr>
            <a:cxnSpLocks/>
          </p:cNvCxnSpPr>
          <p:nvPr/>
        </p:nvCxnSpPr>
        <p:spPr>
          <a:xfrm flipV="1">
            <a:off x="12204954" y="1374140"/>
            <a:ext cx="0" cy="69215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27AD007-C82B-4014-405A-84F58B3B42DC}"/>
              </a:ext>
            </a:extLst>
          </p:cNvPr>
          <p:cNvCxnSpPr>
            <a:cxnSpLocks/>
          </p:cNvCxnSpPr>
          <p:nvPr/>
        </p:nvCxnSpPr>
        <p:spPr>
          <a:xfrm flipV="1">
            <a:off x="4922013" y="4117339"/>
            <a:ext cx="0" cy="69215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8E5F5D0-52AB-67D9-17C8-3530E0FABBA3}"/>
              </a:ext>
            </a:extLst>
          </p:cNvPr>
          <p:cNvCxnSpPr>
            <a:cxnSpLocks/>
          </p:cNvCxnSpPr>
          <p:nvPr/>
        </p:nvCxnSpPr>
        <p:spPr>
          <a:xfrm flipH="1">
            <a:off x="4922013" y="4142740"/>
            <a:ext cx="1241608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8067C56-A588-4E98-78CB-ED241AE37DB5}"/>
              </a:ext>
            </a:extLst>
          </p:cNvPr>
          <p:cNvCxnSpPr>
            <a:cxnSpLocks/>
          </p:cNvCxnSpPr>
          <p:nvPr/>
        </p:nvCxnSpPr>
        <p:spPr>
          <a:xfrm flipH="1">
            <a:off x="2393949" y="4809489"/>
            <a:ext cx="2395602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9A11130-71BD-4364-EC23-A5D8D044726A}"/>
              </a:ext>
            </a:extLst>
          </p:cNvPr>
          <p:cNvCxnSpPr>
            <a:cxnSpLocks/>
          </p:cNvCxnSpPr>
          <p:nvPr/>
        </p:nvCxnSpPr>
        <p:spPr>
          <a:xfrm flipV="1">
            <a:off x="4809364" y="4809489"/>
            <a:ext cx="0" cy="719583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9E341C6-EC67-21D8-A205-1ADFC2112428}"/>
              </a:ext>
            </a:extLst>
          </p:cNvPr>
          <p:cNvCxnSpPr>
            <a:cxnSpLocks/>
          </p:cNvCxnSpPr>
          <p:nvPr/>
        </p:nvCxnSpPr>
        <p:spPr>
          <a:xfrm flipV="1">
            <a:off x="2393949" y="4830827"/>
            <a:ext cx="0" cy="1362709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A53C778-D6EB-0BD2-7EF3-A4F9F7F30F8D}"/>
              </a:ext>
            </a:extLst>
          </p:cNvPr>
          <p:cNvCxnSpPr>
            <a:cxnSpLocks/>
          </p:cNvCxnSpPr>
          <p:nvPr/>
        </p:nvCxnSpPr>
        <p:spPr>
          <a:xfrm flipH="1">
            <a:off x="2393949" y="6180836"/>
            <a:ext cx="1154117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E9C065E-DA0B-5561-617A-96DE3E7842A7}"/>
              </a:ext>
            </a:extLst>
          </p:cNvPr>
          <p:cNvCxnSpPr>
            <a:cxnSpLocks/>
          </p:cNvCxnSpPr>
          <p:nvPr/>
        </p:nvCxnSpPr>
        <p:spPr>
          <a:xfrm flipV="1">
            <a:off x="3550480" y="5501386"/>
            <a:ext cx="0" cy="69215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36B2A2A-C62F-129A-4169-70C7AD5F4C75}"/>
              </a:ext>
            </a:extLst>
          </p:cNvPr>
          <p:cNvCxnSpPr>
            <a:cxnSpLocks/>
          </p:cNvCxnSpPr>
          <p:nvPr/>
        </p:nvCxnSpPr>
        <p:spPr>
          <a:xfrm flipH="1">
            <a:off x="3548066" y="5529072"/>
            <a:ext cx="1261298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782A8B3-918E-E199-EC91-1C0081C4A560}"/>
              </a:ext>
            </a:extLst>
          </p:cNvPr>
          <p:cNvGrpSpPr/>
          <p:nvPr/>
        </p:nvGrpSpPr>
        <p:grpSpPr>
          <a:xfrm>
            <a:off x="1197679" y="3437890"/>
            <a:ext cx="1156467" cy="692150"/>
            <a:chOff x="6093650" y="3429000"/>
            <a:chExt cx="1156467" cy="69215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A51E95CA-3A6C-7DF6-7C49-7CE8685805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429000"/>
              <a:ext cx="0" cy="692150"/>
            </a:xfrm>
            <a:prstGeom prst="line">
              <a:avLst/>
            </a:prstGeom>
            <a:ln w="7620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D8771D0-F677-995C-952B-8519B4150B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50117" y="3429000"/>
              <a:ext cx="0" cy="692150"/>
            </a:xfrm>
            <a:prstGeom prst="line">
              <a:avLst/>
            </a:prstGeom>
            <a:ln w="7620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1517BBD7-EB21-41AF-696C-369516B121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429000"/>
              <a:ext cx="1154117" cy="0"/>
            </a:xfrm>
            <a:prstGeom prst="line">
              <a:avLst/>
            </a:prstGeom>
            <a:ln w="7620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D23F87A8-4B37-FF8E-7FF2-67F06580BE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3650" y="4108450"/>
              <a:ext cx="1156467" cy="0"/>
            </a:xfrm>
            <a:prstGeom prst="line">
              <a:avLst/>
            </a:prstGeom>
            <a:ln w="7620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566D322-ED40-2A60-73BB-54B7A493734C}"/>
              </a:ext>
            </a:extLst>
          </p:cNvPr>
          <p:cNvCxnSpPr>
            <a:cxnSpLocks/>
          </p:cNvCxnSpPr>
          <p:nvPr/>
        </p:nvCxnSpPr>
        <p:spPr>
          <a:xfrm flipV="1">
            <a:off x="0" y="4826599"/>
            <a:ext cx="0" cy="1349573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A1B178EB-9EEA-9A9C-20F6-6E6B54578F4C}"/>
              </a:ext>
            </a:extLst>
          </p:cNvPr>
          <p:cNvCxnSpPr>
            <a:cxnSpLocks/>
          </p:cNvCxnSpPr>
          <p:nvPr/>
        </p:nvCxnSpPr>
        <p:spPr>
          <a:xfrm flipV="1">
            <a:off x="1114425" y="4837394"/>
            <a:ext cx="0" cy="1349573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89FC417D-7740-AE72-2B1E-AA10121648C7}"/>
              </a:ext>
            </a:extLst>
          </p:cNvPr>
          <p:cNvCxnSpPr>
            <a:cxnSpLocks/>
          </p:cNvCxnSpPr>
          <p:nvPr/>
        </p:nvCxnSpPr>
        <p:spPr>
          <a:xfrm flipH="1">
            <a:off x="-39693" y="4826599"/>
            <a:ext cx="1154117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50FA27B-11B2-EA84-3E92-583003314E53}"/>
              </a:ext>
            </a:extLst>
          </p:cNvPr>
          <p:cNvCxnSpPr>
            <a:cxnSpLocks/>
          </p:cNvCxnSpPr>
          <p:nvPr/>
        </p:nvCxnSpPr>
        <p:spPr>
          <a:xfrm flipH="1">
            <a:off x="-39693" y="6186967"/>
            <a:ext cx="1154117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E0F6FDC-0223-41B1-2236-FAEA0A66C382}"/>
              </a:ext>
            </a:extLst>
          </p:cNvPr>
          <p:cNvCxnSpPr>
            <a:cxnSpLocks/>
          </p:cNvCxnSpPr>
          <p:nvPr/>
        </p:nvCxnSpPr>
        <p:spPr>
          <a:xfrm flipH="1">
            <a:off x="1206498" y="15675"/>
            <a:ext cx="2395602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AB664EEC-69A7-0264-EB77-89908C8A7761}"/>
              </a:ext>
            </a:extLst>
          </p:cNvPr>
          <p:cNvCxnSpPr>
            <a:cxnSpLocks/>
          </p:cNvCxnSpPr>
          <p:nvPr/>
        </p:nvCxnSpPr>
        <p:spPr>
          <a:xfrm flipH="1">
            <a:off x="1196148" y="704234"/>
            <a:ext cx="2395602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03B45301-4B69-AF74-2C69-71AAF7EC20B7}"/>
              </a:ext>
            </a:extLst>
          </p:cNvPr>
          <p:cNvCxnSpPr>
            <a:cxnSpLocks/>
          </p:cNvCxnSpPr>
          <p:nvPr/>
        </p:nvCxnSpPr>
        <p:spPr>
          <a:xfrm flipV="1">
            <a:off x="1211197" y="6786"/>
            <a:ext cx="0" cy="69215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32D75352-74AA-2988-8E5D-6296AB49C935}"/>
              </a:ext>
            </a:extLst>
          </p:cNvPr>
          <p:cNvCxnSpPr>
            <a:cxnSpLocks/>
          </p:cNvCxnSpPr>
          <p:nvPr/>
        </p:nvCxnSpPr>
        <p:spPr>
          <a:xfrm flipV="1">
            <a:off x="3613147" y="23732"/>
            <a:ext cx="0" cy="69215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03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6AC7E1-BC6B-A138-95D6-662EA2B5E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51"/>
            <a:ext cx="12192000" cy="682229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71E67C-A262-D3D2-4FD6-0C7D6FA7B5BB}"/>
              </a:ext>
            </a:extLst>
          </p:cNvPr>
          <p:cNvCxnSpPr>
            <a:cxnSpLocks/>
          </p:cNvCxnSpPr>
          <p:nvPr/>
        </p:nvCxnSpPr>
        <p:spPr>
          <a:xfrm flipV="1">
            <a:off x="4787773" y="17851"/>
            <a:ext cx="0" cy="202565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A7D97A-D5FE-5809-DE73-3BD9A5733834}"/>
              </a:ext>
            </a:extLst>
          </p:cNvPr>
          <p:cNvCxnSpPr>
            <a:cxnSpLocks/>
          </p:cNvCxnSpPr>
          <p:nvPr/>
        </p:nvCxnSpPr>
        <p:spPr>
          <a:xfrm flipH="1">
            <a:off x="0" y="2043501"/>
            <a:ext cx="4787773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AF1F75-3FCB-4307-6A8D-94AB45BD2220}"/>
              </a:ext>
            </a:extLst>
          </p:cNvPr>
          <p:cNvCxnSpPr>
            <a:cxnSpLocks/>
          </p:cNvCxnSpPr>
          <p:nvPr/>
        </p:nvCxnSpPr>
        <p:spPr>
          <a:xfrm flipH="1">
            <a:off x="0" y="1400373"/>
            <a:ext cx="3683826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D1083F1-F4DB-0EFC-D644-10ED3A85EA0E}"/>
              </a:ext>
            </a:extLst>
          </p:cNvPr>
          <p:cNvCxnSpPr>
            <a:cxnSpLocks/>
          </p:cNvCxnSpPr>
          <p:nvPr/>
        </p:nvCxnSpPr>
        <p:spPr>
          <a:xfrm flipV="1">
            <a:off x="0" y="1400373"/>
            <a:ext cx="0" cy="643128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30548C-216C-138E-154F-A2E2D417835B}"/>
              </a:ext>
            </a:extLst>
          </p:cNvPr>
          <p:cNvCxnSpPr>
            <a:cxnSpLocks/>
          </p:cNvCxnSpPr>
          <p:nvPr/>
        </p:nvCxnSpPr>
        <p:spPr>
          <a:xfrm flipV="1">
            <a:off x="3683826" y="17851"/>
            <a:ext cx="0" cy="1382522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73393A5-90C2-C9D5-F77D-3399E09B2001}"/>
              </a:ext>
            </a:extLst>
          </p:cNvPr>
          <p:cNvCxnSpPr>
            <a:cxnSpLocks/>
          </p:cNvCxnSpPr>
          <p:nvPr/>
        </p:nvCxnSpPr>
        <p:spPr>
          <a:xfrm flipH="1">
            <a:off x="3683826" y="17851"/>
            <a:ext cx="1103947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024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DFCA33-6824-49A0-0F4B-5D87847CD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" y="0"/>
            <a:ext cx="12182081" cy="68580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A0F019-BFAF-CECC-5CA8-88A462399217}"/>
              </a:ext>
            </a:extLst>
          </p:cNvPr>
          <p:cNvCxnSpPr>
            <a:cxnSpLocks/>
          </p:cNvCxnSpPr>
          <p:nvPr/>
        </p:nvCxnSpPr>
        <p:spPr>
          <a:xfrm flipH="1">
            <a:off x="3694176" y="4754880"/>
            <a:ext cx="3557016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37A650-6780-9D71-FD02-40BD07FF602B}"/>
              </a:ext>
            </a:extLst>
          </p:cNvPr>
          <p:cNvCxnSpPr>
            <a:cxnSpLocks/>
          </p:cNvCxnSpPr>
          <p:nvPr/>
        </p:nvCxnSpPr>
        <p:spPr>
          <a:xfrm flipH="1">
            <a:off x="3694176" y="1350264"/>
            <a:ext cx="3557016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84ED71-1A3A-AA61-0D10-31767EFD5133}"/>
              </a:ext>
            </a:extLst>
          </p:cNvPr>
          <p:cNvCxnSpPr>
            <a:cxnSpLocks/>
          </p:cNvCxnSpPr>
          <p:nvPr/>
        </p:nvCxnSpPr>
        <p:spPr>
          <a:xfrm flipV="1">
            <a:off x="7251192" y="1350264"/>
            <a:ext cx="0" cy="3404616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50BE94-7082-7C41-AB77-6F8D939FABC3}"/>
              </a:ext>
            </a:extLst>
          </p:cNvPr>
          <p:cNvCxnSpPr>
            <a:cxnSpLocks/>
          </p:cNvCxnSpPr>
          <p:nvPr/>
        </p:nvCxnSpPr>
        <p:spPr>
          <a:xfrm flipV="1">
            <a:off x="3694176" y="1350264"/>
            <a:ext cx="0" cy="3404616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02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BF0264-39DF-975A-B321-6BF6620E4DCC}"/>
              </a:ext>
            </a:extLst>
          </p:cNvPr>
          <p:cNvSpPr/>
          <p:nvPr/>
        </p:nvSpPr>
        <p:spPr>
          <a:xfrm>
            <a:off x="1448148" y="828674"/>
            <a:ext cx="1809749" cy="3390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731EF77-F2A9-26AB-1576-14912ED2E110}"/>
              </a:ext>
            </a:extLst>
          </p:cNvPr>
          <p:cNvGrpSpPr/>
          <p:nvPr/>
        </p:nvGrpSpPr>
        <p:grpSpPr>
          <a:xfrm>
            <a:off x="1331466" y="982145"/>
            <a:ext cx="1981200" cy="2049273"/>
            <a:chOff x="749708" y="982145"/>
            <a:chExt cx="1981200" cy="204927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AD08EFF-3B96-9C3E-05D9-0506E3DC5D9F}"/>
                </a:ext>
              </a:extLst>
            </p:cNvPr>
            <p:cNvGrpSpPr/>
            <p:nvPr/>
          </p:nvGrpSpPr>
          <p:grpSpPr>
            <a:xfrm>
              <a:off x="934349" y="2031293"/>
              <a:ext cx="1571627" cy="1000125"/>
              <a:chOff x="909285" y="1085850"/>
              <a:chExt cx="1952623" cy="1181100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CC1179E-28D3-370E-A895-79FE5B9B1FA8}"/>
                  </a:ext>
                </a:extLst>
              </p:cNvPr>
              <p:cNvSpPr/>
              <p:nvPr/>
            </p:nvSpPr>
            <p:spPr>
              <a:xfrm>
                <a:off x="1009649" y="1085850"/>
                <a:ext cx="1781175" cy="11811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0DE889-AA55-EB1B-BC98-060A50BB200F}"/>
                  </a:ext>
                </a:extLst>
              </p:cNvPr>
              <p:cNvSpPr txBox="1"/>
              <p:nvPr/>
            </p:nvSpPr>
            <p:spPr>
              <a:xfrm>
                <a:off x="909285" y="1292423"/>
                <a:ext cx="1952623" cy="690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Pressed a </a:t>
                </a:r>
              </a:p>
              <a:p>
                <a:pPr algn="ctr"/>
                <a:r>
                  <a:rPr lang="en-US" sz="1600" dirty="0"/>
                  <a:t>Tile (Left Click)</a:t>
                </a:r>
                <a:endParaRPr lang="en-IL" sz="16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90C047-63EE-2956-4546-BF1105C70DCD}"/>
                </a:ext>
              </a:extLst>
            </p:cNvPr>
            <p:cNvSpPr txBox="1"/>
            <p:nvPr/>
          </p:nvSpPr>
          <p:spPr>
            <a:xfrm>
              <a:off x="749708" y="982145"/>
              <a:ext cx="1981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u="sng" dirty="0"/>
                <a:t>View</a:t>
              </a:r>
              <a:endParaRPr lang="en-IL" b="1" u="sng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10788EE-8D85-117F-592E-35F14EB65DEF}"/>
              </a:ext>
            </a:extLst>
          </p:cNvPr>
          <p:cNvSpPr/>
          <p:nvPr/>
        </p:nvSpPr>
        <p:spPr>
          <a:xfrm>
            <a:off x="3632971" y="828674"/>
            <a:ext cx="1614488" cy="33909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F81EC7-B59F-831A-60DE-8AD916ADC42B}"/>
              </a:ext>
            </a:extLst>
          </p:cNvPr>
          <p:cNvSpPr txBox="1"/>
          <p:nvPr/>
        </p:nvSpPr>
        <p:spPr>
          <a:xfrm>
            <a:off x="3449615" y="951081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Connector</a:t>
            </a:r>
            <a:endParaRPr lang="en-IL" b="1" u="sng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0B243E-4415-2C7C-61C8-548876EF7468}"/>
              </a:ext>
            </a:extLst>
          </p:cNvPr>
          <p:cNvCxnSpPr>
            <a:cxnSpLocks/>
            <a:stCxn id="4" idx="6"/>
            <a:endCxn id="15" idx="2"/>
          </p:cNvCxnSpPr>
          <p:nvPr/>
        </p:nvCxnSpPr>
        <p:spPr>
          <a:xfrm>
            <a:off x="3030520" y="2531356"/>
            <a:ext cx="692880" cy="190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5A40FC6C-9D5E-CBFD-9445-290578F8BFCB}"/>
              </a:ext>
            </a:extLst>
          </p:cNvPr>
          <p:cNvSpPr/>
          <p:nvPr/>
        </p:nvSpPr>
        <p:spPr>
          <a:xfrm>
            <a:off x="3723400" y="2050343"/>
            <a:ext cx="1433631" cy="100012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4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5BD6F0-CF53-BB00-3E67-8285C117A380}"/>
              </a:ext>
            </a:extLst>
          </p:cNvPr>
          <p:cNvSpPr txBox="1"/>
          <p:nvPr/>
        </p:nvSpPr>
        <p:spPr>
          <a:xfrm>
            <a:off x="3864005" y="2353208"/>
            <a:ext cx="1153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Play</a:t>
            </a:r>
            <a:endParaRPr lang="en-IL" sz="16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CA567D-4419-E462-3F4D-3E9313B476AF}"/>
              </a:ext>
            </a:extLst>
          </p:cNvPr>
          <p:cNvSpPr/>
          <p:nvPr/>
        </p:nvSpPr>
        <p:spPr>
          <a:xfrm>
            <a:off x="5622071" y="828674"/>
            <a:ext cx="5840163" cy="576262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F9158D-AB4A-96E3-9DD6-0EC9C08CEA28}"/>
              </a:ext>
            </a:extLst>
          </p:cNvPr>
          <p:cNvSpPr txBox="1"/>
          <p:nvPr/>
        </p:nvSpPr>
        <p:spPr>
          <a:xfrm>
            <a:off x="7584672" y="944876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Model</a:t>
            </a:r>
            <a:endParaRPr lang="en-IL" b="1" u="sng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C7A1476-612F-28DF-19DB-6EFECF3B9DCC}"/>
              </a:ext>
            </a:extLst>
          </p:cNvPr>
          <p:cNvCxnSpPr>
            <a:cxnSpLocks/>
            <a:stCxn id="15" idx="6"/>
            <a:endCxn id="24" idx="2"/>
          </p:cNvCxnSpPr>
          <p:nvPr/>
        </p:nvCxnSpPr>
        <p:spPr>
          <a:xfrm>
            <a:off x="5157031" y="2550406"/>
            <a:ext cx="551909" cy="81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517E915-41E3-B53F-0408-098F24B10122}"/>
              </a:ext>
            </a:extLst>
          </p:cNvPr>
          <p:cNvGrpSpPr/>
          <p:nvPr/>
        </p:nvGrpSpPr>
        <p:grpSpPr>
          <a:xfrm>
            <a:off x="5708940" y="2058500"/>
            <a:ext cx="1433631" cy="1000125"/>
            <a:chOff x="5950711" y="2054628"/>
            <a:chExt cx="1433631" cy="1000125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7C45D15-F3EF-CD4B-14E0-0E3E1EE1B234}"/>
                </a:ext>
              </a:extLst>
            </p:cNvPr>
            <p:cNvSpPr/>
            <p:nvPr/>
          </p:nvSpPr>
          <p:spPr>
            <a:xfrm>
              <a:off x="5950711" y="2054628"/>
              <a:ext cx="1433631" cy="10001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sz="1400" dirty="0">
                <a:solidFill>
                  <a:schemeClr val="tx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3136D4B-63F4-4FB7-00D1-C2DB8879F7A6}"/>
                </a:ext>
              </a:extLst>
            </p:cNvPr>
            <p:cNvSpPr txBox="1"/>
            <p:nvPr/>
          </p:nvSpPr>
          <p:spPr>
            <a:xfrm>
              <a:off x="6090682" y="2353208"/>
              <a:ext cx="11536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Play</a:t>
              </a:r>
              <a:endParaRPr lang="en-IL" sz="1600" dirty="0"/>
            </a:p>
          </p:txBody>
        </p:sp>
      </p:grp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A66E4B1D-B7EC-0FFB-E950-B0552643A202}"/>
              </a:ext>
            </a:extLst>
          </p:cNvPr>
          <p:cNvCxnSpPr>
            <a:cxnSpLocks/>
            <a:stCxn id="24" idx="6"/>
            <a:endCxn id="37" idx="2"/>
          </p:cNvCxnSpPr>
          <p:nvPr/>
        </p:nvCxnSpPr>
        <p:spPr>
          <a:xfrm flipV="1">
            <a:off x="7142571" y="1891913"/>
            <a:ext cx="821276" cy="66665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6E425789-81E9-FEF8-B535-8841FC25BDD1}"/>
              </a:ext>
            </a:extLst>
          </p:cNvPr>
          <p:cNvCxnSpPr>
            <a:cxnSpLocks/>
            <a:stCxn id="24" idx="6"/>
            <a:endCxn id="40" idx="2"/>
          </p:cNvCxnSpPr>
          <p:nvPr/>
        </p:nvCxnSpPr>
        <p:spPr>
          <a:xfrm>
            <a:off x="7142571" y="2558563"/>
            <a:ext cx="875520" cy="737965"/>
          </a:xfrm>
          <a:prstGeom prst="bentConnector3">
            <a:avLst>
              <a:gd name="adj1" fmla="val 4673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247E5EE-37E8-3F5D-0A2C-2D40CA49C27A}"/>
              </a:ext>
            </a:extLst>
          </p:cNvPr>
          <p:cNvSpPr txBox="1"/>
          <p:nvPr/>
        </p:nvSpPr>
        <p:spPr>
          <a:xfrm>
            <a:off x="7657424" y="2420064"/>
            <a:ext cx="1153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First Move (?)</a:t>
            </a:r>
            <a:endParaRPr lang="en-IL" sz="1200" b="1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211FB5-52B3-BF3C-F7A0-81079D94BD40}"/>
              </a:ext>
            </a:extLst>
          </p:cNvPr>
          <p:cNvSpPr txBox="1"/>
          <p:nvPr/>
        </p:nvSpPr>
        <p:spPr>
          <a:xfrm>
            <a:off x="7090048" y="1967020"/>
            <a:ext cx="5886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No</a:t>
            </a:r>
            <a:endParaRPr lang="en-IL" sz="12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42BFF6-E448-AFB7-75AB-8299E48BA205}"/>
              </a:ext>
            </a:extLst>
          </p:cNvPr>
          <p:cNvSpPr txBox="1"/>
          <p:nvPr/>
        </p:nvSpPr>
        <p:spPr>
          <a:xfrm>
            <a:off x="7129244" y="2989217"/>
            <a:ext cx="514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Yes</a:t>
            </a:r>
            <a:endParaRPr lang="en-IL" sz="1200" b="1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C597DB6-8F29-AA4D-53A0-8EDA3B4B7B86}"/>
              </a:ext>
            </a:extLst>
          </p:cNvPr>
          <p:cNvSpPr/>
          <p:nvPr/>
        </p:nvSpPr>
        <p:spPr>
          <a:xfrm>
            <a:off x="7963847" y="1391850"/>
            <a:ext cx="1433631" cy="100012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400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D6782DF-155B-C764-15FB-33BF3BA6B340}"/>
              </a:ext>
            </a:extLst>
          </p:cNvPr>
          <p:cNvSpPr txBox="1"/>
          <p:nvPr/>
        </p:nvSpPr>
        <p:spPr>
          <a:xfrm>
            <a:off x="8010543" y="1614068"/>
            <a:ext cx="1375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Subsequent Moves</a:t>
            </a:r>
            <a:endParaRPr lang="en-IL" sz="160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861B02E-B3D7-EB48-E751-9E3136263ECE}"/>
              </a:ext>
            </a:extLst>
          </p:cNvPr>
          <p:cNvGrpSpPr/>
          <p:nvPr/>
        </p:nvGrpSpPr>
        <p:grpSpPr>
          <a:xfrm>
            <a:off x="8018091" y="2796465"/>
            <a:ext cx="1433631" cy="1000125"/>
            <a:chOff x="8108982" y="2794011"/>
            <a:chExt cx="1433631" cy="1000125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96A2DDD-1CB5-39E6-D32F-F1093D61890D}"/>
                </a:ext>
              </a:extLst>
            </p:cNvPr>
            <p:cNvSpPr/>
            <p:nvPr/>
          </p:nvSpPr>
          <p:spPr>
            <a:xfrm>
              <a:off x="8108982" y="2794011"/>
              <a:ext cx="1433631" cy="10001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sz="1400" dirty="0">
                <a:solidFill>
                  <a:schemeClr val="tx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8CB327C-8420-941B-5B5F-6F7B8B5A93F6}"/>
                </a:ext>
              </a:extLst>
            </p:cNvPr>
            <p:cNvSpPr txBox="1"/>
            <p:nvPr/>
          </p:nvSpPr>
          <p:spPr>
            <a:xfrm>
              <a:off x="8200604" y="3001686"/>
              <a:ext cx="131525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Handle First Move</a:t>
              </a:r>
              <a:endParaRPr lang="en-IL" sz="1600" dirty="0"/>
            </a:p>
          </p:txBody>
        </p:sp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5668ADA-52DB-0A74-D74C-B5C8CC1F16BE}"/>
              </a:ext>
            </a:extLst>
          </p:cNvPr>
          <p:cNvCxnSpPr>
            <a:cxnSpLocks/>
            <a:stCxn id="52" idx="6"/>
            <a:endCxn id="4" idx="2"/>
          </p:cNvCxnSpPr>
          <p:nvPr/>
        </p:nvCxnSpPr>
        <p:spPr>
          <a:xfrm flipV="1">
            <a:off x="1186250" y="2531356"/>
            <a:ext cx="410638" cy="9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660A87DD-8FCB-C0FE-621D-6242A5570125}"/>
              </a:ext>
            </a:extLst>
          </p:cNvPr>
          <p:cNvSpPr/>
          <p:nvPr/>
        </p:nvSpPr>
        <p:spPr>
          <a:xfrm>
            <a:off x="125546" y="2239129"/>
            <a:ext cx="1060704" cy="60350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Starting point</a:t>
            </a:r>
            <a:endParaRPr lang="en-IL" sz="1400" b="1" dirty="0">
              <a:solidFill>
                <a:srgbClr val="FF0000"/>
              </a:solidFill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C51E8C3-BD88-1539-16F3-3FA75527A1CB}"/>
              </a:ext>
            </a:extLst>
          </p:cNvPr>
          <p:cNvCxnSpPr>
            <a:cxnSpLocks/>
            <a:stCxn id="40" idx="3"/>
            <a:endCxn id="70" idx="7"/>
          </p:cNvCxnSpPr>
          <p:nvPr/>
        </p:nvCxnSpPr>
        <p:spPr>
          <a:xfrm flipH="1">
            <a:off x="7351846" y="3650125"/>
            <a:ext cx="876195" cy="5996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E5945E7-3DB1-69DC-5FC2-A255605BBC8A}"/>
              </a:ext>
            </a:extLst>
          </p:cNvPr>
          <p:cNvGrpSpPr/>
          <p:nvPr/>
        </p:nvGrpSpPr>
        <p:grpSpPr>
          <a:xfrm>
            <a:off x="6096000" y="4103332"/>
            <a:ext cx="1533265" cy="1000125"/>
            <a:chOff x="8076817" y="2794011"/>
            <a:chExt cx="1533265" cy="1000125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34F6DF3-9358-B393-3F7B-6B97239D028E}"/>
                </a:ext>
              </a:extLst>
            </p:cNvPr>
            <p:cNvSpPr/>
            <p:nvPr/>
          </p:nvSpPr>
          <p:spPr>
            <a:xfrm>
              <a:off x="8108982" y="2794011"/>
              <a:ext cx="1433631" cy="10001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sz="1400" dirty="0">
                <a:solidFill>
                  <a:schemeClr val="tx1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6248F95-BB6C-EFB9-CFD9-962484A5E370}"/>
                </a:ext>
              </a:extLst>
            </p:cNvPr>
            <p:cNvSpPr txBox="1"/>
            <p:nvPr/>
          </p:nvSpPr>
          <p:spPr>
            <a:xfrm>
              <a:off x="8076817" y="3001686"/>
              <a:ext cx="153326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Update the pressed Tile</a:t>
              </a:r>
              <a:endParaRPr lang="en-IL" sz="1600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4860D42-06F8-3FF7-31FB-6CE5AAD89C2A}"/>
              </a:ext>
            </a:extLst>
          </p:cNvPr>
          <p:cNvGrpSpPr/>
          <p:nvPr/>
        </p:nvGrpSpPr>
        <p:grpSpPr>
          <a:xfrm>
            <a:off x="6078348" y="5431429"/>
            <a:ext cx="1533265" cy="1000125"/>
            <a:chOff x="8059165" y="2794011"/>
            <a:chExt cx="1533265" cy="1000125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61C83533-3C5C-D4F8-AF16-BCD46CD1E524}"/>
                </a:ext>
              </a:extLst>
            </p:cNvPr>
            <p:cNvSpPr/>
            <p:nvPr/>
          </p:nvSpPr>
          <p:spPr>
            <a:xfrm>
              <a:off x="8108982" y="2794011"/>
              <a:ext cx="1433631" cy="10001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sz="1400" dirty="0">
                <a:solidFill>
                  <a:schemeClr val="tx1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B0746AC-371C-45E0-6033-C38F507ED922}"/>
                </a:ext>
              </a:extLst>
            </p:cNvPr>
            <p:cNvSpPr txBox="1"/>
            <p:nvPr/>
          </p:nvSpPr>
          <p:spPr>
            <a:xfrm>
              <a:off x="8059165" y="2996847"/>
              <a:ext cx="153326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Update </a:t>
              </a:r>
            </a:p>
            <a:p>
              <a:pPr algn="ctr"/>
              <a:r>
                <a:rPr lang="en-US" sz="1600" dirty="0"/>
                <a:t>nearby Tiles</a:t>
              </a:r>
              <a:endParaRPr lang="en-IL" sz="1600" dirty="0"/>
            </a:p>
          </p:txBody>
        </p:sp>
      </p:grp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1475A5B-FD09-86CD-7681-A0D148F088C7}"/>
              </a:ext>
            </a:extLst>
          </p:cNvPr>
          <p:cNvCxnSpPr>
            <a:cxnSpLocks/>
            <a:stCxn id="70" idx="4"/>
            <a:endCxn id="75" idx="0"/>
          </p:cNvCxnSpPr>
          <p:nvPr/>
        </p:nvCxnSpPr>
        <p:spPr>
          <a:xfrm>
            <a:off x="6844981" y="5103457"/>
            <a:ext cx="0" cy="3279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6E0A427-E1EB-6606-3F09-A101D22B8A13}"/>
              </a:ext>
            </a:extLst>
          </p:cNvPr>
          <p:cNvCxnSpPr>
            <a:cxnSpLocks/>
            <a:stCxn id="75" idx="6"/>
            <a:endCxn id="85" idx="2"/>
          </p:cNvCxnSpPr>
          <p:nvPr/>
        </p:nvCxnSpPr>
        <p:spPr>
          <a:xfrm flipV="1">
            <a:off x="7561796" y="5926652"/>
            <a:ext cx="2364174" cy="48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3C25077-6D94-1F75-D19A-DA0CC130C37E}"/>
              </a:ext>
            </a:extLst>
          </p:cNvPr>
          <p:cNvGrpSpPr/>
          <p:nvPr/>
        </p:nvGrpSpPr>
        <p:grpSpPr>
          <a:xfrm>
            <a:off x="9925970" y="5426589"/>
            <a:ext cx="1433631" cy="1000125"/>
            <a:chOff x="5950711" y="2054628"/>
            <a:chExt cx="1433631" cy="1000125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AA3F6F5-826A-85E7-6C55-5BCEDA3E8EBB}"/>
                </a:ext>
              </a:extLst>
            </p:cNvPr>
            <p:cNvSpPr/>
            <p:nvPr/>
          </p:nvSpPr>
          <p:spPr>
            <a:xfrm>
              <a:off x="5950711" y="2054628"/>
              <a:ext cx="1433631" cy="10001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sz="1400" dirty="0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F55ADE6-5700-8EC6-FF1C-7C7744764A54}"/>
                </a:ext>
              </a:extLst>
            </p:cNvPr>
            <p:cNvSpPr txBox="1"/>
            <p:nvPr/>
          </p:nvSpPr>
          <p:spPr>
            <a:xfrm>
              <a:off x="6090681" y="2259884"/>
              <a:ext cx="11536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Place Mines</a:t>
              </a:r>
              <a:endParaRPr lang="en-IL" sz="1600" dirty="0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EE5D13C4-5722-B549-A503-25BAEDB6E0EE}"/>
              </a:ext>
            </a:extLst>
          </p:cNvPr>
          <p:cNvGrpSpPr/>
          <p:nvPr/>
        </p:nvGrpSpPr>
        <p:grpSpPr>
          <a:xfrm>
            <a:off x="9923628" y="4136498"/>
            <a:ext cx="1433631" cy="1000125"/>
            <a:chOff x="5950711" y="2054628"/>
            <a:chExt cx="1433631" cy="1000125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B41290A5-17D1-E73C-5E04-B0D82041C9AA}"/>
                </a:ext>
              </a:extLst>
            </p:cNvPr>
            <p:cNvSpPr/>
            <p:nvPr/>
          </p:nvSpPr>
          <p:spPr>
            <a:xfrm>
              <a:off x="5950711" y="2054628"/>
              <a:ext cx="1433631" cy="10001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sz="1400" dirty="0">
                <a:solidFill>
                  <a:schemeClr val="tx1"/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FAC8BB8-3F27-0FA0-46AD-6EDACC2C0945}"/>
                </a:ext>
              </a:extLst>
            </p:cNvPr>
            <p:cNvSpPr txBox="1"/>
            <p:nvPr/>
          </p:nvSpPr>
          <p:spPr>
            <a:xfrm>
              <a:off x="6090681" y="2259884"/>
              <a:ext cx="11536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Recursive</a:t>
              </a:r>
            </a:p>
            <a:p>
              <a:pPr algn="ctr"/>
              <a:r>
                <a:rPr lang="en-US" sz="1600" dirty="0"/>
                <a:t>Placement</a:t>
              </a:r>
              <a:endParaRPr lang="en-IL" sz="1600" dirty="0"/>
            </a:p>
          </p:txBody>
        </p:sp>
      </p:grp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48E61D6-85B7-EDDE-F01D-687AE3E33462}"/>
              </a:ext>
            </a:extLst>
          </p:cNvPr>
          <p:cNvCxnSpPr>
            <a:cxnSpLocks/>
            <a:stCxn id="85" idx="0"/>
            <a:endCxn id="89" idx="4"/>
          </p:cNvCxnSpPr>
          <p:nvPr/>
        </p:nvCxnSpPr>
        <p:spPr>
          <a:xfrm flipH="1" flipV="1">
            <a:off x="10640444" y="5136623"/>
            <a:ext cx="2342" cy="2899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86E7C25-077E-3E06-BC5E-0955859B2C41}"/>
              </a:ext>
            </a:extLst>
          </p:cNvPr>
          <p:cNvCxnSpPr>
            <a:cxnSpLocks/>
            <a:stCxn id="89" idx="1"/>
            <a:endCxn id="40" idx="5"/>
          </p:cNvCxnSpPr>
          <p:nvPr/>
        </p:nvCxnSpPr>
        <p:spPr>
          <a:xfrm flipH="1" flipV="1">
            <a:off x="9241772" y="3650125"/>
            <a:ext cx="891806" cy="632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5A188E57-5852-7AE9-5266-6EF4AE6418D3}"/>
              </a:ext>
            </a:extLst>
          </p:cNvPr>
          <p:cNvCxnSpPr>
            <a:stCxn id="89" idx="2"/>
            <a:endCxn id="89" idx="3"/>
          </p:cNvCxnSpPr>
          <p:nvPr/>
        </p:nvCxnSpPr>
        <p:spPr>
          <a:xfrm rot="10800000" flipH="1" flipV="1">
            <a:off x="9923628" y="4636560"/>
            <a:ext cx="209950" cy="353597"/>
          </a:xfrm>
          <a:prstGeom prst="bentConnector4">
            <a:avLst>
              <a:gd name="adj1" fmla="val -108883"/>
              <a:gd name="adj2" fmla="val 20607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F63AA84-A05F-9656-D29B-16C99B3B7413}"/>
              </a:ext>
            </a:extLst>
          </p:cNvPr>
          <p:cNvGrpSpPr/>
          <p:nvPr/>
        </p:nvGrpSpPr>
        <p:grpSpPr>
          <a:xfrm>
            <a:off x="9878296" y="1374000"/>
            <a:ext cx="1433631" cy="1000125"/>
            <a:chOff x="5950711" y="2054628"/>
            <a:chExt cx="1433631" cy="1000125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884DCA8C-4507-301E-51D2-8A131A205C18}"/>
                </a:ext>
              </a:extLst>
            </p:cNvPr>
            <p:cNvSpPr/>
            <p:nvPr/>
          </p:nvSpPr>
          <p:spPr>
            <a:xfrm>
              <a:off x="5950711" y="2054628"/>
              <a:ext cx="1433631" cy="10001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sz="1400" dirty="0">
                <a:solidFill>
                  <a:schemeClr val="tx1"/>
                </a:solidFill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4F98933-73AA-4AE4-A7C9-5E6C2C24A79D}"/>
                </a:ext>
              </a:extLst>
            </p:cNvPr>
            <p:cNvSpPr txBox="1"/>
            <p:nvPr/>
          </p:nvSpPr>
          <p:spPr>
            <a:xfrm>
              <a:off x="6090681" y="2259884"/>
              <a:ext cx="11536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Recursive</a:t>
              </a:r>
            </a:p>
            <a:p>
              <a:pPr algn="ctr"/>
              <a:r>
                <a:rPr lang="en-US" sz="1600" dirty="0"/>
                <a:t>Placement</a:t>
              </a:r>
              <a:endParaRPr lang="en-IL" sz="1600" dirty="0"/>
            </a:p>
          </p:txBody>
        </p:sp>
      </p:grp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0A235AE8-A91A-9751-C12C-0104BB991FD7}"/>
              </a:ext>
            </a:extLst>
          </p:cNvPr>
          <p:cNvCxnSpPr>
            <a:cxnSpLocks/>
            <a:stCxn id="37" idx="6"/>
            <a:endCxn id="100" idx="2"/>
          </p:cNvCxnSpPr>
          <p:nvPr/>
        </p:nvCxnSpPr>
        <p:spPr>
          <a:xfrm flipV="1">
            <a:off x="9397478" y="1874063"/>
            <a:ext cx="480818" cy="178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939D4F93-07D5-3F24-3DDB-909BDCE562C3}"/>
              </a:ext>
            </a:extLst>
          </p:cNvPr>
          <p:cNvCxnSpPr>
            <a:cxnSpLocks/>
            <a:stCxn id="100" idx="4"/>
            <a:endCxn id="100" idx="5"/>
          </p:cNvCxnSpPr>
          <p:nvPr/>
        </p:nvCxnSpPr>
        <p:spPr>
          <a:xfrm rot="5400000" flipH="1" flipV="1">
            <a:off x="10775311" y="2047460"/>
            <a:ext cx="146465" cy="506865"/>
          </a:xfrm>
          <a:prstGeom prst="bentConnector3">
            <a:avLst>
              <a:gd name="adj1" fmla="val -15607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Curved 109">
            <a:extLst>
              <a:ext uri="{FF2B5EF4-FFF2-40B4-BE49-F238E27FC236}">
                <a16:creationId xmlns:a16="http://schemas.microsoft.com/office/drawing/2014/main" id="{7D23E018-5C1B-1D87-0A83-D7A8D6F90104}"/>
              </a:ext>
            </a:extLst>
          </p:cNvPr>
          <p:cNvCxnSpPr>
            <a:stCxn id="100" idx="3"/>
            <a:endCxn id="37" idx="5"/>
          </p:cNvCxnSpPr>
          <p:nvPr/>
        </p:nvCxnSpPr>
        <p:spPr>
          <a:xfrm rot="5400000">
            <a:off x="9628962" y="1786226"/>
            <a:ext cx="17850" cy="900718"/>
          </a:xfrm>
          <a:prstGeom prst="curvedConnector3">
            <a:avLst>
              <a:gd name="adj1" fmla="val 2201204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Curved 110">
            <a:extLst>
              <a:ext uri="{FF2B5EF4-FFF2-40B4-BE49-F238E27FC236}">
                <a16:creationId xmlns:a16="http://schemas.microsoft.com/office/drawing/2014/main" id="{710E214C-07A1-BFBC-6F97-D63FB2FD7DCB}"/>
              </a:ext>
            </a:extLst>
          </p:cNvPr>
          <p:cNvCxnSpPr>
            <a:cxnSpLocks/>
            <a:stCxn id="40" idx="3"/>
            <a:endCxn id="24" idx="4"/>
          </p:cNvCxnSpPr>
          <p:nvPr/>
        </p:nvCxnSpPr>
        <p:spPr>
          <a:xfrm rot="5400000" flipH="1">
            <a:off x="7031149" y="2453233"/>
            <a:ext cx="591500" cy="1802285"/>
          </a:xfrm>
          <a:prstGeom prst="curvedConnector3">
            <a:avLst>
              <a:gd name="adj1" fmla="val -3827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Curved 114">
            <a:extLst>
              <a:ext uri="{FF2B5EF4-FFF2-40B4-BE49-F238E27FC236}">
                <a16:creationId xmlns:a16="http://schemas.microsoft.com/office/drawing/2014/main" id="{08FE419C-C503-C9C0-AC35-186BFC249BD0}"/>
              </a:ext>
            </a:extLst>
          </p:cNvPr>
          <p:cNvCxnSpPr>
            <a:cxnSpLocks/>
            <a:stCxn id="37" idx="1"/>
            <a:endCxn id="24" idx="0"/>
          </p:cNvCxnSpPr>
          <p:nvPr/>
        </p:nvCxnSpPr>
        <p:spPr>
          <a:xfrm rot="16200000" flipH="1" flipV="1">
            <a:off x="7039684" y="924386"/>
            <a:ext cx="520185" cy="1748041"/>
          </a:xfrm>
          <a:prstGeom prst="curvedConnector3">
            <a:avLst>
              <a:gd name="adj1" fmla="val -72102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Curved 117">
            <a:extLst>
              <a:ext uri="{FF2B5EF4-FFF2-40B4-BE49-F238E27FC236}">
                <a16:creationId xmlns:a16="http://schemas.microsoft.com/office/drawing/2014/main" id="{034213CA-4167-6AA6-DD5D-9D47E53826B6}"/>
              </a:ext>
            </a:extLst>
          </p:cNvPr>
          <p:cNvCxnSpPr>
            <a:cxnSpLocks/>
            <a:stCxn id="24" idx="1"/>
            <a:endCxn id="15" idx="7"/>
          </p:cNvCxnSpPr>
          <p:nvPr/>
        </p:nvCxnSpPr>
        <p:spPr>
          <a:xfrm rot="16200000" flipV="1">
            <a:off x="5428908" y="1714982"/>
            <a:ext cx="8157" cy="971809"/>
          </a:xfrm>
          <a:prstGeom prst="curvedConnector3">
            <a:avLst>
              <a:gd name="adj1" fmla="val 4698075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: Curved 121">
            <a:extLst>
              <a:ext uri="{FF2B5EF4-FFF2-40B4-BE49-F238E27FC236}">
                <a16:creationId xmlns:a16="http://schemas.microsoft.com/office/drawing/2014/main" id="{AEE35CDC-5204-FF4F-7169-AF37DF637736}"/>
              </a:ext>
            </a:extLst>
          </p:cNvPr>
          <p:cNvCxnSpPr>
            <a:cxnSpLocks/>
            <a:stCxn id="15" idx="1"/>
            <a:endCxn id="4" idx="7"/>
          </p:cNvCxnSpPr>
          <p:nvPr/>
        </p:nvCxnSpPr>
        <p:spPr>
          <a:xfrm rot="16200000" flipV="1">
            <a:off x="3367435" y="1630892"/>
            <a:ext cx="19050" cy="1112781"/>
          </a:xfrm>
          <a:prstGeom prst="curvedConnector3">
            <a:avLst>
              <a:gd name="adj1" fmla="val 2068845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277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BF0264-39DF-975A-B321-6BF6620E4DCC}"/>
              </a:ext>
            </a:extLst>
          </p:cNvPr>
          <p:cNvSpPr/>
          <p:nvPr/>
        </p:nvSpPr>
        <p:spPr>
          <a:xfrm>
            <a:off x="1559314" y="828674"/>
            <a:ext cx="3708011" cy="452437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731EF77-F2A9-26AB-1576-14912ED2E110}"/>
              </a:ext>
            </a:extLst>
          </p:cNvPr>
          <p:cNvGrpSpPr/>
          <p:nvPr/>
        </p:nvGrpSpPr>
        <p:grpSpPr>
          <a:xfrm>
            <a:off x="2422719" y="890682"/>
            <a:ext cx="1981200" cy="2049273"/>
            <a:chOff x="1248211" y="982145"/>
            <a:chExt cx="1981200" cy="204927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AD08EFF-3B96-9C3E-05D9-0506E3DC5D9F}"/>
                </a:ext>
              </a:extLst>
            </p:cNvPr>
            <p:cNvGrpSpPr/>
            <p:nvPr/>
          </p:nvGrpSpPr>
          <p:grpSpPr>
            <a:xfrm>
              <a:off x="1424884" y="2031293"/>
              <a:ext cx="1651420" cy="1000125"/>
              <a:chOff x="1518736" y="1085850"/>
              <a:chExt cx="2051760" cy="1181100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CC1179E-28D3-370E-A895-79FE5B9B1FA8}"/>
                  </a:ext>
                </a:extLst>
              </p:cNvPr>
              <p:cNvSpPr/>
              <p:nvPr/>
            </p:nvSpPr>
            <p:spPr>
              <a:xfrm>
                <a:off x="1654028" y="1085850"/>
                <a:ext cx="1781175" cy="11811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0DE889-AA55-EB1B-BC98-060A50BB200F}"/>
                  </a:ext>
                </a:extLst>
              </p:cNvPr>
              <p:cNvSpPr txBox="1"/>
              <p:nvPr/>
            </p:nvSpPr>
            <p:spPr>
              <a:xfrm>
                <a:off x="1518736" y="1163204"/>
                <a:ext cx="2051760" cy="981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Pressed a </a:t>
                </a:r>
              </a:p>
              <a:p>
                <a:pPr algn="ctr"/>
                <a:r>
                  <a:rPr lang="en-US" sz="1600" dirty="0"/>
                  <a:t>Tile </a:t>
                </a:r>
              </a:p>
              <a:p>
                <a:pPr algn="ctr"/>
                <a:r>
                  <a:rPr lang="en-US" sz="1600" dirty="0"/>
                  <a:t>(Right Click)</a:t>
                </a:r>
                <a:endParaRPr lang="en-IL" sz="16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90C047-63EE-2956-4546-BF1105C70DCD}"/>
                </a:ext>
              </a:extLst>
            </p:cNvPr>
            <p:cNvSpPr txBox="1"/>
            <p:nvPr/>
          </p:nvSpPr>
          <p:spPr>
            <a:xfrm>
              <a:off x="1248211" y="982145"/>
              <a:ext cx="1981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u="sng" dirty="0"/>
                <a:t>View</a:t>
              </a:r>
              <a:endParaRPr lang="en-IL" b="1" u="sng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10788EE-8D85-117F-592E-35F14EB65DEF}"/>
              </a:ext>
            </a:extLst>
          </p:cNvPr>
          <p:cNvSpPr/>
          <p:nvPr/>
        </p:nvSpPr>
        <p:spPr>
          <a:xfrm>
            <a:off x="5729689" y="828673"/>
            <a:ext cx="1614488" cy="452437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F81EC7-B59F-831A-60DE-8AD916ADC42B}"/>
              </a:ext>
            </a:extLst>
          </p:cNvPr>
          <p:cNvSpPr txBox="1"/>
          <p:nvPr/>
        </p:nvSpPr>
        <p:spPr>
          <a:xfrm>
            <a:off x="5564656" y="951081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Connector</a:t>
            </a:r>
            <a:endParaRPr lang="en-IL" b="1" u="sng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0B243E-4415-2C7C-61C8-548876EF7468}"/>
              </a:ext>
            </a:extLst>
          </p:cNvPr>
          <p:cNvCxnSpPr>
            <a:cxnSpLocks/>
            <a:stCxn id="4" idx="6"/>
            <a:endCxn id="2" idx="2"/>
          </p:cNvCxnSpPr>
          <p:nvPr/>
        </p:nvCxnSpPr>
        <p:spPr>
          <a:xfrm>
            <a:off x="4141918" y="2439893"/>
            <a:ext cx="16965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5668ADA-52DB-0A74-D74C-B5C8CC1F16BE}"/>
              </a:ext>
            </a:extLst>
          </p:cNvPr>
          <p:cNvCxnSpPr>
            <a:cxnSpLocks/>
            <a:stCxn id="52" idx="6"/>
            <a:endCxn id="4" idx="2"/>
          </p:cNvCxnSpPr>
          <p:nvPr/>
        </p:nvCxnSpPr>
        <p:spPr>
          <a:xfrm>
            <a:off x="1186250" y="2420829"/>
            <a:ext cx="1522036" cy="19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660A87DD-8FCB-C0FE-621D-6242A5570125}"/>
              </a:ext>
            </a:extLst>
          </p:cNvPr>
          <p:cNvSpPr/>
          <p:nvPr/>
        </p:nvSpPr>
        <p:spPr>
          <a:xfrm>
            <a:off x="125546" y="2119077"/>
            <a:ext cx="1060704" cy="60350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Starting point</a:t>
            </a:r>
            <a:endParaRPr lang="en-IL" sz="1400" b="1" dirty="0">
              <a:solidFill>
                <a:srgbClr val="FF0000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AAA25D-812B-314F-FC42-322892C31965}"/>
              </a:ext>
            </a:extLst>
          </p:cNvPr>
          <p:cNvSpPr/>
          <p:nvPr/>
        </p:nvSpPr>
        <p:spPr>
          <a:xfrm>
            <a:off x="5838441" y="1939830"/>
            <a:ext cx="1433631" cy="100012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4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3ACA7A-B149-8681-C308-1D70023EC1E3}"/>
              </a:ext>
            </a:extLst>
          </p:cNvPr>
          <p:cNvSpPr txBox="1"/>
          <p:nvPr/>
        </p:nvSpPr>
        <p:spPr>
          <a:xfrm>
            <a:off x="5751119" y="2270615"/>
            <a:ext cx="15716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Mark a Bomb</a:t>
            </a:r>
            <a:endParaRPr lang="en-IL" sz="1600" dirty="0"/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19569ACE-A2BA-E53F-F330-99D17A0A8C28}"/>
              </a:ext>
            </a:extLst>
          </p:cNvPr>
          <p:cNvCxnSpPr>
            <a:cxnSpLocks/>
            <a:stCxn id="2" idx="1"/>
            <a:endCxn id="4" idx="7"/>
          </p:cNvCxnSpPr>
          <p:nvPr/>
        </p:nvCxnSpPr>
        <p:spPr>
          <a:xfrm rot="16200000" flipV="1">
            <a:off x="4990179" y="1028083"/>
            <a:ext cx="12700" cy="2116424"/>
          </a:xfrm>
          <a:prstGeom prst="curvedConnector3">
            <a:avLst>
              <a:gd name="adj1" fmla="val 2953268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AA13E3BA-0CCE-7178-6D66-4A888A07CB6E}"/>
              </a:ext>
            </a:extLst>
          </p:cNvPr>
          <p:cNvSpPr/>
          <p:nvPr/>
        </p:nvSpPr>
        <p:spPr>
          <a:xfrm>
            <a:off x="1628312" y="3447052"/>
            <a:ext cx="1433631" cy="100012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400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CD0C2F-D5AC-5A06-FBD7-6180C428D521}"/>
              </a:ext>
            </a:extLst>
          </p:cNvPr>
          <p:cNvSpPr txBox="1"/>
          <p:nvPr/>
        </p:nvSpPr>
        <p:spPr>
          <a:xfrm>
            <a:off x="1559314" y="3777837"/>
            <a:ext cx="15716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Mark a Bomb</a:t>
            </a:r>
            <a:endParaRPr lang="en-IL" sz="160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F1E7FC5-9AF5-16E4-2E4E-B9D06279CB49}"/>
              </a:ext>
            </a:extLst>
          </p:cNvPr>
          <p:cNvSpPr/>
          <p:nvPr/>
        </p:nvSpPr>
        <p:spPr>
          <a:xfrm>
            <a:off x="3756199" y="3447052"/>
            <a:ext cx="1433631" cy="100012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400" dirty="0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E58400-E9C7-AE38-2EFF-30E49E4BBBE4}"/>
              </a:ext>
            </a:extLst>
          </p:cNvPr>
          <p:cNvSpPr txBox="1"/>
          <p:nvPr/>
        </p:nvSpPr>
        <p:spPr>
          <a:xfrm>
            <a:off x="3687200" y="3679018"/>
            <a:ext cx="157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Unmark a Bomb</a:t>
            </a:r>
            <a:endParaRPr lang="en-IL" sz="1600" dirty="0"/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3222A021-10BD-AD0C-B20F-1C06726FAAA6}"/>
              </a:ext>
            </a:extLst>
          </p:cNvPr>
          <p:cNvCxnSpPr>
            <a:cxnSpLocks/>
            <a:stCxn id="4" idx="4"/>
            <a:endCxn id="55" idx="0"/>
          </p:cNvCxnSpPr>
          <p:nvPr/>
        </p:nvCxnSpPr>
        <p:spPr>
          <a:xfrm rot="16200000" flipH="1">
            <a:off x="3695510" y="2669546"/>
            <a:ext cx="507097" cy="104791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B94F0D9A-C52E-E71B-7A7C-89881C107B47}"/>
              </a:ext>
            </a:extLst>
          </p:cNvPr>
          <p:cNvCxnSpPr>
            <a:cxnSpLocks/>
            <a:stCxn id="4" idx="4"/>
            <a:endCxn id="46" idx="0"/>
          </p:cNvCxnSpPr>
          <p:nvPr/>
        </p:nvCxnSpPr>
        <p:spPr>
          <a:xfrm rot="5400000">
            <a:off x="2631567" y="2653516"/>
            <a:ext cx="507097" cy="107997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8C5B5102-C042-D28F-2943-B54FD2586973}"/>
              </a:ext>
            </a:extLst>
          </p:cNvPr>
          <p:cNvSpPr txBox="1"/>
          <p:nvPr/>
        </p:nvSpPr>
        <p:spPr>
          <a:xfrm>
            <a:off x="2858163" y="3162330"/>
            <a:ext cx="1153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Has been marked (?)</a:t>
            </a:r>
            <a:endParaRPr lang="en-IL" sz="1200" b="1" dirty="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EC3680-5720-534E-092E-35EB35CB1AF1}"/>
              </a:ext>
            </a:extLst>
          </p:cNvPr>
          <p:cNvSpPr txBox="1"/>
          <p:nvPr/>
        </p:nvSpPr>
        <p:spPr>
          <a:xfrm>
            <a:off x="3800223" y="2947858"/>
            <a:ext cx="5886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Yes</a:t>
            </a:r>
            <a:endParaRPr lang="en-IL" sz="12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CDE3BB1-413E-2AF0-B7ED-3143E163615F}"/>
              </a:ext>
            </a:extLst>
          </p:cNvPr>
          <p:cNvSpPr txBox="1"/>
          <p:nvPr/>
        </p:nvSpPr>
        <p:spPr>
          <a:xfrm>
            <a:off x="2451937" y="2939953"/>
            <a:ext cx="5886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No</a:t>
            </a:r>
            <a:endParaRPr lang="en-IL" sz="1200" b="1" dirty="0"/>
          </a:p>
        </p:txBody>
      </p:sp>
    </p:spTree>
    <p:extLst>
      <p:ext uri="{BB962C8B-B14F-4D97-AF65-F5344CB8AC3E}">
        <p14:creationId xmlns:p14="http://schemas.microsoft.com/office/powerpoint/2010/main" val="2172267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</TotalTime>
  <Words>81</Words>
  <Application>Microsoft Office PowerPoint</Application>
  <PresentationFormat>Widescreen</PresentationFormat>
  <Paragraphs>50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Alon Yehezkel</dc:creator>
  <cp:lastModifiedBy>Alon Yehezkel</cp:lastModifiedBy>
  <cp:revision>54</cp:revision>
  <dcterms:created xsi:type="dcterms:W3CDTF">2026-03-19T21:44:33Z</dcterms:created>
  <dcterms:modified xsi:type="dcterms:W3CDTF">2026-03-20T17:01:49Z</dcterms:modified>
</cp:coreProperties>
</file>